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26"/>
  </p:handoutMasterIdLst>
  <p:sldIdLst>
    <p:sldId id="433" r:id="rId3"/>
    <p:sldId id="434" r:id="rId4"/>
    <p:sldId id="435" r:id="rId5"/>
    <p:sldId id="436" r:id="rId6"/>
    <p:sldId id="437" r:id="rId7"/>
    <p:sldId id="452" r:id="rId8"/>
    <p:sldId id="451" r:id="rId9"/>
    <p:sldId id="454" r:id="rId11"/>
    <p:sldId id="438" r:id="rId12"/>
    <p:sldId id="439" r:id="rId13"/>
    <p:sldId id="440" r:id="rId14"/>
    <p:sldId id="441" r:id="rId15"/>
    <p:sldId id="442" r:id="rId16"/>
    <p:sldId id="443" r:id="rId17"/>
    <p:sldId id="444" r:id="rId18"/>
    <p:sldId id="445" r:id="rId19"/>
    <p:sldId id="446" r:id="rId20"/>
    <p:sldId id="447" r:id="rId21"/>
    <p:sldId id="448" r:id="rId22"/>
    <p:sldId id="449" r:id="rId23"/>
    <p:sldId id="453" r:id="rId24"/>
    <p:sldId id="450" r:id="rId25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7" userDrawn="1">
          <p15:clr>
            <a:srgbClr val="A4A3A4"/>
          </p15:clr>
        </p15:guide>
        <p15:guide id="4" orient="horz" pos="3818" userDrawn="1">
          <p15:clr>
            <a:srgbClr val="A4A3A4"/>
          </p15:clr>
        </p15:guide>
        <p15:guide id="5" orient="horz" pos="530" userDrawn="1">
          <p15:clr>
            <a:srgbClr val="A4A3A4"/>
          </p15:clr>
        </p15:guide>
        <p15:guide id="6" orient="horz" pos="1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DCBC08"/>
    <a:srgbClr val="E6C908"/>
    <a:srgbClr val="F6E800"/>
    <a:srgbClr val="E9BD0D"/>
    <a:srgbClr val="F3CE23"/>
    <a:srgbClr val="F9A91D"/>
    <a:srgbClr val="51C4FF"/>
    <a:srgbClr val="F9B22A"/>
    <a:srgbClr val="E9A4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27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902" y="1284"/>
      </p:cViewPr>
      <p:guideLst>
        <p:guide orient="horz" pos="2224"/>
        <p:guide pos="3840"/>
        <p:guide pos="727"/>
        <p:guide orient="horz" pos="3818"/>
        <p:guide orient="horz" pos="530"/>
        <p:guide orient="horz" pos="184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686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1.png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image" Target="../media/image1.png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image" Target="../media/image1.png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743902" y="934770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1" i="0" u="none" strike="noStrike" kern="1200" cap="none" spc="0" normalizeH="0" baseline="0" noProof="1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日期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145771" y="1981200"/>
            <a:ext cx="7875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1903677" y="2489200"/>
            <a:ext cx="8384646" cy="18796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rgbClr val="FFFFFF"/>
                </a:solidFill>
                <a:effectLst/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6387" hasCustomPrompt="1"/>
            <p:custDataLst>
              <p:tags r:id="rId6"/>
            </p:custDataLst>
          </p:nvPr>
        </p:nvSpPr>
        <p:spPr>
          <a:xfrm>
            <a:off x="4812859" y="4419600"/>
            <a:ext cx="2540882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idx="16385" hasCustomPrompt="1"/>
            <p:custDataLst>
              <p:tags r:id="rId4"/>
            </p:custDataLst>
          </p:nvPr>
        </p:nvSpPr>
        <p:spPr>
          <a:xfrm>
            <a:off x="1903942" y="3530600"/>
            <a:ext cx="8384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5332413" y="1905000"/>
            <a:ext cx="1527175" cy="1524000"/>
          </a:xfrm>
        </p:spPr>
        <p:txBody>
          <a:bodyPr vert="horz" wrap="none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Subtitle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3364089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782630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ctrTitle" idx="17826049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319883777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319883522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5144601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949313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949058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511553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20014849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20014594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77089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80385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80130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642625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6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background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55000"/>
            </a:scheme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0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/>
          <a:uFill>
            <a:solidFill>
              <a:srgbClr val="E5865A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9" Type="http://schemas.openxmlformats.org/officeDocument/2006/relationships/tags" Target="../tags/tag100.xml"/><Relationship Id="rId28" Type="http://schemas.openxmlformats.org/officeDocument/2006/relationships/tags" Target="../tags/tag99.xml"/><Relationship Id="rId27" Type="http://schemas.openxmlformats.org/officeDocument/2006/relationships/tags" Target="../tags/tag98.xml"/><Relationship Id="rId26" Type="http://schemas.openxmlformats.org/officeDocument/2006/relationships/tags" Target="../tags/tag97.xml"/><Relationship Id="rId25" Type="http://schemas.openxmlformats.org/officeDocument/2006/relationships/tags" Target="../tags/tag96.xml"/><Relationship Id="rId24" Type="http://schemas.openxmlformats.org/officeDocument/2006/relationships/tags" Target="../tags/tag95.xml"/><Relationship Id="rId23" Type="http://schemas.openxmlformats.org/officeDocument/2006/relationships/tags" Target="../tags/tag94.xml"/><Relationship Id="rId22" Type="http://schemas.openxmlformats.org/officeDocument/2006/relationships/tags" Target="../tags/tag93.xml"/><Relationship Id="rId21" Type="http://schemas.openxmlformats.org/officeDocument/2006/relationships/tags" Target="../tags/tag92.xml"/><Relationship Id="rId20" Type="http://schemas.openxmlformats.org/officeDocument/2006/relationships/tags" Target="../tags/tag91.xml"/><Relationship Id="rId2" Type="http://schemas.openxmlformats.org/officeDocument/2006/relationships/tags" Target="../tags/tag73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image" Target="../media/image3.jpeg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106.xml"/><Relationship Id="rId29" Type="http://schemas.openxmlformats.org/officeDocument/2006/relationships/image" Target="../media/image4.png"/><Relationship Id="rId28" Type="http://schemas.openxmlformats.org/officeDocument/2006/relationships/tags" Target="../tags/tag130.xml"/><Relationship Id="rId27" Type="http://schemas.openxmlformats.org/officeDocument/2006/relationships/tags" Target="../tags/tag129.xml"/><Relationship Id="rId26" Type="http://schemas.openxmlformats.org/officeDocument/2006/relationships/tags" Target="../tags/tag128.xml"/><Relationship Id="rId25" Type="http://schemas.openxmlformats.org/officeDocument/2006/relationships/tags" Target="../tags/tag127.xml"/><Relationship Id="rId24" Type="http://schemas.openxmlformats.org/officeDocument/2006/relationships/tags" Target="../tags/tag126.xml"/><Relationship Id="rId23" Type="http://schemas.openxmlformats.org/officeDocument/2006/relationships/tags" Target="../tags/tag125.xml"/><Relationship Id="rId22" Type="http://schemas.openxmlformats.org/officeDocument/2006/relationships/tags" Target="../tags/tag124.xml"/><Relationship Id="rId21" Type="http://schemas.openxmlformats.org/officeDocument/2006/relationships/tags" Target="../tags/tag123.xml"/><Relationship Id="rId20" Type="http://schemas.openxmlformats.org/officeDocument/2006/relationships/tags" Target="../tags/tag122.xml"/><Relationship Id="rId2" Type="http://schemas.openxmlformats.org/officeDocument/2006/relationships/tags" Target="../tags/tag105.xml"/><Relationship Id="rId19" Type="http://schemas.openxmlformats.org/officeDocument/2006/relationships/tags" Target="../tags/tag121.xml"/><Relationship Id="rId18" Type="http://schemas.openxmlformats.org/officeDocument/2006/relationships/tags" Target="../tags/tag120.xml"/><Relationship Id="rId17" Type="http://schemas.openxmlformats.org/officeDocument/2006/relationships/tags" Target="../tags/tag119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8" Type="http://schemas.openxmlformats.org/officeDocument/2006/relationships/slideLayout" Target="../slideLayouts/slideLayout2.xml"/><Relationship Id="rId37" Type="http://schemas.openxmlformats.org/officeDocument/2006/relationships/tags" Target="../tags/tag167.xml"/><Relationship Id="rId36" Type="http://schemas.openxmlformats.org/officeDocument/2006/relationships/tags" Target="../tags/tag166.xml"/><Relationship Id="rId35" Type="http://schemas.openxmlformats.org/officeDocument/2006/relationships/tags" Target="../tags/tag165.xml"/><Relationship Id="rId34" Type="http://schemas.openxmlformats.org/officeDocument/2006/relationships/tags" Target="../tags/tag164.xml"/><Relationship Id="rId33" Type="http://schemas.openxmlformats.org/officeDocument/2006/relationships/tags" Target="../tags/tag163.xml"/><Relationship Id="rId32" Type="http://schemas.openxmlformats.org/officeDocument/2006/relationships/tags" Target="../tags/tag162.xml"/><Relationship Id="rId31" Type="http://schemas.openxmlformats.org/officeDocument/2006/relationships/tags" Target="../tags/tag161.xml"/><Relationship Id="rId30" Type="http://schemas.openxmlformats.org/officeDocument/2006/relationships/tags" Target="../tags/tag160.xml"/><Relationship Id="rId3" Type="http://schemas.openxmlformats.org/officeDocument/2006/relationships/tags" Target="../tags/tag133.xml"/><Relationship Id="rId29" Type="http://schemas.openxmlformats.org/officeDocument/2006/relationships/tags" Target="../tags/tag159.xml"/><Relationship Id="rId28" Type="http://schemas.openxmlformats.org/officeDocument/2006/relationships/tags" Target="../tags/tag158.xml"/><Relationship Id="rId27" Type="http://schemas.openxmlformats.org/officeDocument/2006/relationships/tags" Target="../tags/tag157.xml"/><Relationship Id="rId26" Type="http://schemas.openxmlformats.org/officeDocument/2006/relationships/tags" Target="../tags/tag156.xml"/><Relationship Id="rId25" Type="http://schemas.openxmlformats.org/officeDocument/2006/relationships/tags" Target="../tags/tag155.xml"/><Relationship Id="rId24" Type="http://schemas.openxmlformats.org/officeDocument/2006/relationships/tags" Target="../tags/tag154.xml"/><Relationship Id="rId23" Type="http://schemas.openxmlformats.org/officeDocument/2006/relationships/tags" Target="../tags/tag153.xml"/><Relationship Id="rId22" Type="http://schemas.openxmlformats.org/officeDocument/2006/relationships/tags" Target="../tags/tag152.xml"/><Relationship Id="rId21" Type="http://schemas.openxmlformats.org/officeDocument/2006/relationships/tags" Target="../tags/tag151.xml"/><Relationship Id="rId20" Type="http://schemas.openxmlformats.org/officeDocument/2006/relationships/tags" Target="../tags/tag150.xml"/><Relationship Id="rId2" Type="http://schemas.openxmlformats.org/officeDocument/2006/relationships/tags" Target="../tags/tag132.xml"/><Relationship Id="rId19" Type="http://schemas.openxmlformats.org/officeDocument/2006/relationships/tags" Target="../tags/tag149.xml"/><Relationship Id="rId18" Type="http://schemas.openxmlformats.org/officeDocument/2006/relationships/tags" Target="../tags/tag148.xml"/><Relationship Id="rId17" Type="http://schemas.openxmlformats.org/officeDocument/2006/relationships/tags" Target="../tags/tag147.xml"/><Relationship Id="rId16" Type="http://schemas.openxmlformats.org/officeDocument/2006/relationships/tags" Target="../tags/tag146.xml"/><Relationship Id="rId15" Type="http://schemas.openxmlformats.org/officeDocument/2006/relationships/tags" Target="../tags/tag145.xml"/><Relationship Id="rId14" Type="http://schemas.openxmlformats.org/officeDocument/2006/relationships/tags" Target="../tags/tag144.xml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tags" Target="../tags/tag13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193.xml"/><Relationship Id="rId25" Type="http://schemas.openxmlformats.org/officeDocument/2006/relationships/tags" Target="../tags/tag192.xml"/><Relationship Id="rId24" Type="http://schemas.openxmlformats.org/officeDocument/2006/relationships/tags" Target="../tags/tag191.xml"/><Relationship Id="rId23" Type="http://schemas.openxmlformats.org/officeDocument/2006/relationships/tags" Target="../tags/tag190.xml"/><Relationship Id="rId22" Type="http://schemas.openxmlformats.org/officeDocument/2006/relationships/tags" Target="../tags/tag189.xml"/><Relationship Id="rId21" Type="http://schemas.openxmlformats.org/officeDocument/2006/relationships/tags" Target="../tags/tag188.xml"/><Relationship Id="rId20" Type="http://schemas.openxmlformats.org/officeDocument/2006/relationships/tags" Target="../tags/tag187.xml"/><Relationship Id="rId2" Type="http://schemas.openxmlformats.org/officeDocument/2006/relationships/tags" Target="../tags/tag169.xml"/><Relationship Id="rId19" Type="http://schemas.openxmlformats.org/officeDocument/2006/relationships/tags" Target="../tags/tag186.xml"/><Relationship Id="rId18" Type="http://schemas.openxmlformats.org/officeDocument/2006/relationships/tags" Target="../tags/tag185.xml"/><Relationship Id="rId17" Type="http://schemas.openxmlformats.org/officeDocument/2006/relationships/tags" Target="../tags/tag184.xml"/><Relationship Id="rId16" Type="http://schemas.openxmlformats.org/officeDocument/2006/relationships/tags" Target="../tags/tag183.xml"/><Relationship Id="rId15" Type="http://schemas.openxmlformats.org/officeDocument/2006/relationships/tags" Target="../tags/tag182.xml"/><Relationship Id="rId14" Type="http://schemas.openxmlformats.org/officeDocument/2006/relationships/tags" Target="../tags/tag181.xml"/><Relationship Id="rId13" Type="http://schemas.openxmlformats.org/officeDocument/2006/relationships/tags" Target="../tags/tag180.xml"/><Relationship Id="rId12" Type="http://schemas.openxmlformats.org/officeDocument/2006/relationships/tags" Target="../tags/tag17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tags" Target="../tags/tag16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1" Type="http://schemas.openxmlformats.org/officeDocument/2006/relationships/notesSlide" Target="../notesSlides/notesSlide1.xml"/><Relationship Id="rId50" Type="http://schemas.openxmlformats.org/officeDocument/2006/relationships/slideLayout" Target="../slideLayouts/slideLayout2.xml"/><Relationship Id="rId5" Type="http://schemas.openxmlformats.org/officeDocument/2006/relationships/tags" Target="../tags/tag198.xml"/><Relationship Id="rId49" Type="http://schemas.openxmlformats.org/officeDocument/2006/relationships/image" Target="../media/image9.png"/><Relationship Id="rId48" Type="http://schemas.openxmlformats.org/officeDocument/2006/relationships/image" Target="../media/image8.png"/><Relationship Id="rId47" Type="http://schemas.openxmlformats.org/officeDocument/2006/relationships/image" Target="../media/image7.png"/><Relationship Id="rId46" Type="http://schemas.openxmlformats.org/officeDocument/2006/relationships/image" Target="../media/image6.png"/><Relationship Id="rId45" Type="http://schemas.openxmlformats.org/officeDocument/2006/relationships/image" Target="../media/image5.png"/><Relationship Id="rId44" Type="http://schemas.openxmlformats.org/officeDocument/2006/relationships/image" Target="../media/image4.png"/><Relationship Id="rId43" Type="http://schemas.openxmlformats.org/officeDocument/2006/relationships/tags" Target="../tags/tag236.xml"/><Relationship Id="rId42" Type="http://schemas.openxmlformats.org/officeDocument/2006/relationships/tags" Target="../tags/tag235.xml"/><Relationship Id="rId41" Type="http://schemas.openxmlformats.org/officeDocument/2006/relationships/tags" Target="../tags/tag234.xml"/><Relationship Id="rId40" Type="http://schemas.openxmlformats.org/officeDocument/2006/relationships/tags" Target="../tags/tag233.xml"/><Relationship Id="rId4" Type="http://schemas.openxmlformats.org/officeDocument/2006/relationships/tags" Target="../tags/tag197.xml"/><Relationship Id="rId39" Type="http://schemas.openxmlformats.org/officeDocument/2006/relationships/tags" Target="../tags/tag232.xml"/><Relationship Id="rId38" Type="http://schemas.openxmlformats.org/officeDocument/2006/relationships/tags" Target="../tags/tag231.xml"/><Relationship Id="rId37" Type="http://schemas.openxmlformats.org/officeDocument/2006/relationships/tags" Target="../tags/tag230.xml"/><Relationship Id="rId36" Type="http://schemas.openxmlformats.org/officeDocument/2006/relationships/tags" Target="../tags/tag229.xml"/><Relationship Id="rId35" Type="http://schemas.openxmlformats.org/officeDocument/2006/relationships/tags" Target="../tags/tag228.xml"/><Relationship Id="rId34" Type="http://schemas.openxmlformats.org/officeDocument/2006/relationships/tags" Target="../tags/tag227.xml"/><Relationship Id="rId33" Type="http://schemas.openxmlformats.org/officeDocument/2006/relationships/tags" Target="../tags/tag226.xml"/><Relationship Id="rId32" Type="http://schemas.openxmlformats.org/officeDocument/2006/relationships/tags" Target="../tags/tag225.xml"/><Relationship Id="rId31" Type="http://schemas.openxmlformats.org/officeDocument/2006/relationships/tags" Target="../tags/tag224.xml"/><Relationship Id="rId30" Type="http://schemas.openxmlformats.org/officeDocument/2006/relationships/tags" Target="../tags/tag223.xml"/><Relationship Id="rId3" Type="http://schemas.openxmlformats.org/officeDocument/2006/relationships/tags" Target="../tags/tag196.xml"/><Relationship Id="rId29" Type="http://schemas.openxmlformats.org/officeDocument/2006/relationships/tags" Target="../tags/tag222.xml"/><Relationship Id="rId28" Type="http://schemas.openxmlformats.org/officeDocument/2006/relationships/tags" Target="../tags/tag221.xml"/><Relationship Id="rId27" Type="http://schemas.openxmlformats.org/officeDocument/2006/relationships/tags" Target="../tags/tag220.xml"/><Relationship Id="rId26" Type="http://schemas.openxmlformats.org/officeDocument/2006/relationships/tags" Target="../tags/tag219.xml"/><Relationship Id="rId25" Type="http://schemas.openxmlformats.org/officeDocument/2006/relationships/tags" Target="../tags/tag218.xml"/><Relationship Id="rId24" Type="http://schemas.openxmlformats.org/officeDocument/2006/relationships/tags" Target="../tags/tag217.xml"/><Relationship Id="rId23" Type="http://schemas.openxmlformats.org/officeDocument/2006/relationships/tags" Target="../tags/tag216.xml"/><Relationship Id="rId22" Type="http://schemas.openxmlformats.org/officeDocument/2006/relationships/tags" Target="../tags/tag215.xml"/><Relationship Id="rId21" Type="http://schemas.openxmlformats.org/officeDocument/2006/relationships/tags" Target="../tags/tag214.xml"/><Relationship Id="rId20" Type="http://schemas.openxmlformats.org/officeDocument/2006/relationships/tags" Target="../tags/tag213.xml"/><Relationship Id="rId2" Type="http://schemas.openxmlformats.org/officeDocument/2006/relationships/tags" Target="../tags/tag195.xml"/><Relationship Id="rId19" Type="http://schemas.openxmlformats.org/officeDocument/2006/relationships/tags" Target="../tags/tag212.xml"/><Relationship Id="rId18" Type="http://schemas.openxmlformats.org/officeDocument/2006/relationships/tags" Target="../tags/tag211.xml"/><Relationship Id="rId17" Type="http://schemas.openxmlformats.org/officeDocument/2006/relationships/tags" Target="../tags/tag210.xml"/><Relationship Id="rId16" Type="http://schemas.openxmlformats.org/officeDocument/2006/relationships/tags" Target="../tags/tag209.xml"/><Relationship Id="rId15" Type="http://schemas.openxmlformats.org/officeDocument/2006/relationships/tags" Target="../tags/tag208.xml"/><Relationship Id="rId14" Type="http://schemas.openxmlformats.org/officeDocument/2006/relationships/tags" Target="../tags/tag207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tags" Target="../tags/tag19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tags" Target="../tags/tag243.xml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1.png"/><Relationship Id="rId1" Type="http://schemas.openxmlformats.org/officeDocument/2006/relationships/tags" Target="../tags/tag23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tags" Target="../tags/tag24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55.xml"/><Relationship Id="rId8" Type="http://schemas.openxmlformats.org/officeDocument/2006/relationships/tags" Target="../tags/tag254.xml"/><Relationship Id="rId7" Type="http://schemas.openxmlformats.org/officeDocument/2006/relationships/tags" Target="../tags/tag253.xml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tags" Target="../tags/tag249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272.xml"/><Relationship Id="rId25" Type="http://schemas.openxmlformats.org/officeDocument/2006/relationships/tags" Target="../tags/tag271.xml"/><Relationship Id="rId24" Type="http://schemas.openxmlformats.org/officeDocument/2006/relationships/tags" Target="../tags/tag270.xml"/><Relationship Id="rId23" Type="http://schemas.openxmlformats.org/officeDocument/2006/relationships/tags" Target="../tags/tag269.xml"/><Relationship Id="rId22" Type="http://schemas.openxmlformats.org/officeDocument/2006/relationships/tags" Target="../tags/tag268.xml"/><Relationship Id="rId21" Type="http://schemas.openxmlformats.org/officeDocument/2006/relationships/tags" Target="../tags/tag267.xml"/><Relationship Id="rId20" Type="http://schemas.openxmlformats.org/officeDocument/2006/relationships/tags" Target="../tags/tag266.xml"/><Relationship Id="rId2" Type="http://schemas.openxmlformats.org/officeDocument/2006/relationships/tags" Target="../tags/tag248.xml"/><Relationship Id="rId19" Type="http://schemas.openxmlformats.org/officeDocument/2006/relationships/tags" Target="../tags/tag265.xml"/><Relationship Id="rId18" Type="http://schemas.openxmlformats.org/officeDocument/2006/relationships/tags" Target="../tags/tag264.xml"/><Relationship Id="rId17" Type="http://schemas.openxmlformats.org/officeDocument/2006/relationships/tags" Target="../tags/tag263.xml"/><Relationship Id="rId16" Type="http://schemas.openxmlformats.org/officeDocument/2006/relationships/tags" Target="../tags/tag262.xml"/><Relationship Id="rId15" Type="http://schemas.openxmlformats.org/officeDocument/2006/relationships/tags" Target="../tags/tag261.xml"/><Relationship Id="rId14" Type="http://schemas.openxmlformats.org/officeDocument/2006/relationships/tags" Target="../tags/tag260.xml"/><Relationship Id="rId13" Type="http://schemas.openxmlformats.org/officeDocument/2006/relationships/tags" Target="../tags/tag259.xml"/><Relationship Id="rId12" Type="http://schemas.openxmlformats.org/officeDocument/2006/relationships/tags" Target="../tags/tag258.xml"/><Relationship Id="rId11" Type="http://schemas.openxmlformats.org/officeDocument/2006/relationships/tags" Target="../tags/tag257.xml"/><Relationship Id="rId10" Type="http://schemas.openxmlformats.org/officeDocument/2006/relationships/tags" Target="../tags/tag256.xml"/><Relationship Id="rId1" Type="http://schemas.openxmlformats.org/officeDocument/2006/relationships/tags" Target="../tags/tag24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81.xml"/><Relationship Id="rId8" Type="http://schemas.openxmlformats.org/officeDocument/2006/relationships/tags" Target="../tags/tag280.xml"/><Relationship Id="rId76" Type="http://schemas.openxmlformats.org/officeDocument/2006/relationships/slideLayout" Target="../slideLayouts/slideLayout2.xml"/><Relationship Id="rId75" Type="http://schemas.openxmlformats.org/officeDocument/2006/relationships/tags" Target="../tags/tag341.xml"/><Relationship Id="rId74" Type="http://schemas.openxmlformats.org/officeDocument/2006/relationships/image" Target="../media/image17.svg"/><Relationship Id="rId73" Type="http://schemas.openxmlformats.org/officeDocument/2006/relationships/image" Target="../media/image16.png"/><Relationship Id="rId72" Type="http://schemas.openxmlformats.org/officeDocument/2006/relationships/tags" Target="../tags/tag340.xml"/><Relationship Id="rId71" Type="http://schemas.openxmlformats.org/officeDocument/2006/relationships/tags" Target="../tags/tag339.xml"/><Relationship Id="rId70" Type="http://schemas.openxmlformats.org/officeDocument/2006/relationships/tags" Target="../tags/tag338.xml"/><Relationship Id="rId7" Type="http://schemas.openxmlformats.org/officeDocument/2006/relationships/tags" Target="../tags/tag279.xml"/><Relationship Id="rId69" Type="http://schemas.openxmlformats.org/officeDocument/2006/relationships/tags" Target="../tags/tag337.xml"/><Relationship Id="rId68" Type="http://schemas.openxmlformats.org/officeDocument/2006/relationships/tags" Target="../tags/tag336.xml"/><Relationship Id="rId67" Type="http://schemas.openxmlformats.org/officeDocument/2006/relationships/tags" Target="../tags/tag335.xml"/><Relationship Id="rId66" Type="http://schemas.openxmlformats.org/officeDocument/2006/relationships/tags" Target="../tags/tag334.xml"/><Relationship Id="rId65" Type="http://schemas.openxmlformats.org/officeDocument/2006/relationships/tags" Target="../tags/tag333.xml"/><Relationship Id="rId64" Type="http://schemas.openxmlformats.org/officeDocument/2006/relationships/tags" Target="../tags/tag332.xml"/><Relationship Id="rId63" Type="http://schemas.openxmlformats.org/officeDocument/2006/relationships/tags" Target="../tags/tag331.xml"/><Relationship Id="rId62" Type="http://schemas.openxmlformats.org/officeDocument/2006/relationships/tags" Target="../tags/tag330.xml"/><Relationship Id="rId61" Type="http://schemas.openxmlformats.org/officeDocument/2006/relationships/tags" Target="../tags/tag329.xml"/><Relationship Id="rId60" Type="http://schemas.openxmlformats.org/officeDocument/2006/relationships/tags" Target="../tags/tag328.xml"/><Relationship Id="rId6" Type="http://schemas.openxmlformats.org/officeDocument/2006/relationships/tags" Target="../tags/tag278.xml"/><Relationship Id="rId59" Type="http://schemas.openxmlformats.org/officeDocument/2006/relationships/tags" Target="../tags/tag327.xml"/><Relationship Id="rId58" Type="http://schemas.openxmlformats.org/officeDocument/2006/relationships/tags" Target="../tags/tag326.xml"/><Relationship Id="rId57" Type="http://schemas.openxmlformats.org/officeDocument/2006/relationships/tags" Target="../tags/tag325.xml"/><Relationship Id="rId56" Type="http://schemas.openxmlformats.org/officeDocument/2006/relationships/tags" Target="../tags/tag324.xml"/><Relationship Id="rId55" Type="http://schemas.openxmlformats.org/officeDocument/2006/relationships/tags" Target="../tags/tag323.xml"/><Relationship Id="rId54" Type="http://schemas.openxmlformats.org/officeDocument/2006/relationships/tags" Target="../tags/tag322.xml"/><Relationship Id="rId53" Type="http://schemas.openxmlformats.org/officeDocument/2006/relationships/image" Target="../media/image15.svg"/><Relationship Id="rId52" Type="http://schemas.openxmlformats.org/officeDocument/2006/relationships/image" Target="../media/image14.png"/><Relationship Id="rId51" Type="http://schemas.openxmlformats.org/officeDocument/2006/relationships/tags" Target="../tags/tag321.xml"/><Relationship Id="rId50" Type="http://schemas.openxmlformats.org/officeDocument/2006/relationships/tags" Target="../tags/tag320.xml"/><Relationship Id="rId5" Type="http://schemas.openxmlformats.org/officeDocument/2006/relationships/tags" Target="../tags/tag277.xml"/><Relationship Id="rId49" Type="http://schemas.openxmlformats.org/officeDocument/2006/relationships/tags" Target="../tags/tag319.xml"/><Relationship Id="rId48" Type="http://schemas.openxmlformats.org/officeDocument/2006/relationships/tags" Target="../tags/tag318.xml"/><Relationship Id="rId47" Type="http://schemas.openxmlformats.org/officeDocument/2006/relationships/tags" Target="../tags/tag317.xml"/><Relationship Id="rId46" Type="http://schemas.openxmlformats.org/officeDocument/2006/relationships/tags" Target="../tags/tag316.xml"/><Relationship Id="rId45" Type="http://schemas.openxmlformats.org/officeDocument/2006/relationships/tags" Target="../tags/tag315.xml"/><Relationship Id="rId44" Type="http://schemas.openxmlformats.org/officeDocument/2006/relationships/tags" Target="../tags/tag314.xml"/><Relationship Id="rId43" Type="http://schemas.openxmlformats.org/officeDocument/2006/relationships/tags" Target="../tags/tag313.xml"/><Relationship Id="rId42" Type="http://schemas.openxmlformats.org/officeDocument/2006/relationships/tags" Target="../tags/tag312.xml"/><Relationship Id="rId41" Type="http://schemas.openxmlformats.org/officeDocument/2006/relationships/tags" Target="../tags/tag311.xml"/><Relationship Id="rId40" Type="http://schemas.openxmlformats.org/officeDocument/2006/relationships/tags" Target="../tags/tag310.xml"/><Relationship Id="rId4" Type="http://schemas.openxmlformats.org/officeDocument/2006/relationships/tags" Target="../tags/tag276.xml"/><Relationship Id="rId39" Type="http://schemas.openxmlformats.org/officeDocument/2006/relationships/tags" Target="../tags/tag309.xml"/><Relationship Id="rId38" Type="http://schemas.openxmlformats.org/officeDocument/2006/relationships/tags" Target="../tags/tag308.xml"/><Relationship Id="rId37" Type="http://schemas.openxmlformats.org/officeDocument/2006/relationships/tags" Target="../tags/tag307.xml"/><Relationship Id="rId36" Type="http://schemas.openxmlformats.org/officeDocument/2006/relationships/tags" Target="../tags/tag306.xml"/><Relationship Id="rId35" Type="http://schemas.openxmlformats.org/officeDocument/2006/relationships/tags" Target="../tags/tag305.xml"/><Relationship Id="rId34" Type="http://schemas.openxmlformats.org/officeDocument/2006/relationships/tags" Target="../tags/tag304.xml"/><Relationship Id="rId33" Type="http://schemas.openxmlformats.org/officeDocument/2006/relationships/tags" Target="../tags/tag303.xml"/><Relationship Id="rId32" Type="http://schemas.openxmlformats.org/officeDocument/2006/relationships/tags" Target="../tags/tag302.xml"/><Relationship Id="rId31" Type="http://schemas.openxmlformats.org/officeDocument/2006/relationships/tags" Target="../tags/tag301.xml"/><Relationship Id="rId30" Type="http://schemas.openxmlformats.org/officeDocument/2006/relationships/tags" Target="../tags/tag300.xml"/><Relationship Id="rId3" Type="http://schemas.openxmlformats.org/officeDocument/2006/relationships/tags" Target="../tags/tag275.xml"/><Relationship Id="rId29" Type="http://schemas.openxmlformats.org/officeDocument/2006/relationships/tags" Target="../tags/tag299.xml"/><Relationship Id="rId28" Type="http://schemas.openxmlformats.org/officeDocument/2006/relationships/tags" Target="../tags/tag298.xml"/><Relationship Id="rId27" Type="http://schemas.openxmlformats.org/officeDocument/2006/relationships/tags" Target="../tags/tag297.xml"/><Relationship Id="rId26" Type="http://schemas.openxmlformats.org/officeDocument/2006/relationships/tags" Target="../tags/tag296.xml"/><Relationship Id="rId25" Type="http://schemas.openxmlformats.org/officeDocument/2006/relationships/image" Target="../media/image13.svg"/><Relationship Id="rId24" Type="http://schemas.openxmlformats.org/officeDocument/2006/relationships/image" Target="../media/image12.png"/><Relationship Id="rId23" Type="http://schemas.openxmlformats.org/officeDocument/2006/relationships/tags" Target="../tags/tag295.xml"/><Relationship Id="rId22" Type="http://schemas.openxmlformats.org/officeDocument/2006/relationships/tags" Target="../tags/tag294.xml"/><Relationship Id="rId21" Type="http://schemas.openxmlformats.org/officeDocument/2006/relationships/tags" Target="../tags/tag293.xml"/><Relationship Id="rId20" Type="http://schemas.openxmlformats.org/officeDocument/2006/relationships/tags" Target="../tags/tag292.xml"/><Relationship Id="rId2" Type="http://schemas.openxmlformats.org/officeDocument/2006/relationships/tags" Target="../tags/tag274.xml"/><Relationship Id="rId19" Type="http://schemas.openxmlformats.org/officeDocument/2006/relationships/tags" Target="../tags/tag291.xml"/><Relationship Id="rId18" Type="http://schemas.openxmlformats.org/officeDocument/2006/relationships/tags" Target="../tags/tag290.xml"/><Relationship Id="rId17" Type="http://schemas.openxmlformats.org/officeDocument/2006/relationships/tags" Target="../tags/tag289.xml"/><Relationship Id="rId16" Type="http://schemas.openxmlformats.org/officeDocument/2006/relationships/tags" Target="../tags/tag288.xml"/><Relationship Id="rId15" Type="http://schemas.openxmlformats.org/officeDocument/2006/relationships/tags" Target="../tags/tag287.xml"/><Relationship Id="rId14" Type="http://schemas.openxmlformats.org/officeDocument/2006/relationships/tags" Target="../tags/tag286.xml"/><Relationship Id="rId13" Type="http://schemas.openxmlformats.org/officeDocument/2006/relationships/tags" Target="../tags/tag285.xml"/><Relationship Id="rId12" Type="http://schemas.openxmlformats.org/officeDocument/2006/relationships/tags" Target="../tags/tag284.xml"/><Relationship Id="rId11" Type="http://schemas.openxmlformats.org/officeDocument/2006/relationships/tags" Target="../tags/tag283.xml"/><Relationship Id="rId10" Type="http://schemas.openxmlformats.org/officeDocument/2006/relationships/tags" Target="../tags/tag282.xml"/><Relationship Id="rId1" Type="http://schemas.openxmlformats.org/officeDocument/2006/relationships/tags" Target="../tags/tag27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44.xml"/><Relationship Id="rId2" Type="http://schemas.openxmlformats.org/officeDocument/2006/relationships/tags" Target="../tags/tag343.xml"/><Relationship Id="rId1" Type="http://schemas.openxmlformats.org/officeDocument/2006/relationships/tags" Target="../tags/tag34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51.xml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tags" Target="../tags/tag350.xml"/><Relationship Id="rId5" Type="http://schemas.openxmlformats.org/officeDocument/2006/relationships/tags" Target="../tags/tag349.xml"/><Relationship Id="rId40" Type="http://schemas.openxmlformats.org/officeDocument/2006/relationships/slideLayout" Target="../slideLayouts/slideLayout2.xml"/><Relationship Id="rId4" Type="http://schemas.openxmlformats.org/officeDocument/2006/relationships/tags" Target="../tags/tag348.xml"/><Relationship Id="rId39" Type="http://schemas.openxmlformats.org/officeDocument/2006/relationships/tags" Target="../tags/tag377.xml"/><Relationship Id="rId38" Type="http://schemas.openxmlformats.org/officeDocument/2006/relationships/tags" Target="../tags/tag376.xml"/><Relationship Id="rId37" Type="http://schemas.openxmlformats.org/officeDocument/2006/relationships/tags" Target="../tags/tag375.xml"/><Relationship Id="rId36" Type="http://schemas.openxmlformats.org/officeDocument/2006/relationships/tags" Target="../tags/tag374.xml"/><Relationship Id="rId35" Type="http://schemas.openxmlformats.org/officeDocument/2006/relationships/tags" Target="../tags/tag373.xml"/><Relationship Id="rId34" Type="http://schemas.openxmlformats.org/officeDocument/2006/relationships/tags" Target="../tags/tag372.xml"/><Relationship Id="rId33" Type="http://schemas.openxmlformats.org/officeDocument/2006/relationships/tags" Target="../tags/tag371.xml"/><Relationship Id="rId32" Type="http://schemas.openxmlformats.org/officeDocument/2006/relationships/tags" Target="../tags/tag370.xml"/><Relationship Id="rId31" Type="http://schemas.openxmlformats.org/officeDocument/2006/relationships/image" Target="../media/image23.svg"/><Relationship Id="rId30" Type="http://schemas.openxmlformats.org/officeDocument/2006/relationships/image" Target="../media/image22.png"/><Relationship Id="rId3" Type="http://schemas.openxmlformats.org/officeDocument/2006/relationships/tags" Target="../tags/tag347.xml"/><Relationship Id="rId29" Type="http://schemas.openxmlformats.org/officeDocument/2006/relationships/tags" Target="../tags/tag369.xml"/><Relationship Id="rId28" Type="http://schemas.openxmlformats.org/officeDocument/2006/relationships/tags" Target="../tags/tag368.xml"/><Relationship Id="rId27" Type="http://schemas.openxmlformats.org/officeDocument/2006/relationships/tags" Target="../tags/tag367.xml"/><Relationship Id="rId26" Type="http://schemas.openxmlformats.org/officeDocument/2006/relationships/tags" Target="../tags/tag366.xml"/><Relationship Id="rId25" Type="http://schemas.openxmlformats.org/officeDocument/2006/relationships/tags" Target="../tags/tag365.xml"/><Relationship Id="rId24" Type="http://schemas.openxmlformats.org/officeDocument/2006/relationships/tags" Target="../tags/tag364.xml"/><Relationship Id="rId23" Type="http://schemas.openxmlformats.org/officeDocument/2006/relationships/tags" Target="../tags/tag363.xml"/><Relationship Id="rId22" Type="http://schemas.openxmlformats.org/officeDocument/2006/relationships/tags" Target="../tags/tag362.xml"/><Relationship Id="rId21" Type="http://schemas.openxmlformats.org/officeDocument/2006/relationships/tags" Target="../tags/tag361.xml"/><Relationship Id="rId20" Type="http://schemas.openxmlformats.org/officeDocument/2006/relationships/tags" Target="../tags/tag360.xml"/><Relationship Id="rId2" Type="http://schemas.openxmlformats.org/officeDocument/2006/relationships/tags" Target="../tags/tag346.xml"/><Relationship Id="rId19" Type="http://schemas.openxmlformats.org/officeDocument/2006/relationships/tags" Target="../tags/tag359.xml"/><Relationship Id="rId18" Type="http://schemas.openxmlformats.org/officeDocument/2006/relationships/image" Target="../media/image21.svg"/><Relationship Id="rId17" Type="http://schemas.openxmlformats.org/officeDocument/2006/relationships/image" Target="../media/image20.png"/><Relationship Id="rId16" Type="http://schemas.openxmlformats.org/officeDocument/2006/relationships/tags" Target="../tags/tag358.xml"/><Relationship Id="rId15" Type="http://schemas.openxmlformats.org/officeDocument/2006/relationships/tags" Target="../tags/tag357.xml"/><Relationship Id="rId14" Type="http://schemas.openxmlformats.org/officeDocument/2006/relationships/tags" Target="../tags/tag356.xml"/><Relationship Id="rId13" Type="http://schemas.openxmlformats.org/officeDocument/2006/relationships/tags" Target="../tags/tag355.xml"/><Relationship Id="rId12" Type="http://schemas.openxmlformats.org/officeDocument/2006/relationships/tags" Target="../tags/tag354.xml"/><Relationship Id="rId11" Type="http://schemas.openxmlformats.org/officeDocument/2006/relationships/tags" Target="../tags/tag353.xml"/><Relationship Id="rId10" Type="http://schemas.openxmlformats.org/officeDocument/2006/relationships/tags" Target="../tags/tag352.xml"/><Relationship Id="rId1" Type="http://schemas.openxmlformats.org/officeDocument/2006/relationships/tags" Target="../tags/tag345.xml"/></Relationships>
</file>

<file path=ppt/slides/_rels/slide14.xml.rels><?xml version="1.0" encoding="UTF-8" standalone="yes"?>
<Relationships xmlns="http://schemas.openxmlformats.org/package/2006/relationships"><Relationship Id="rId99" Type="http://schemas.openxmlformats.org/officeDocument/2006/relationships/tags" Target="../tags/tag470.xml"/><Relationship Id="rId98" Type="http://schemas.openxmlformats.org/officeDocument/2006/relationships/tags" Target="../tags/tag469.xml"/><Relationship Id="rId97" Type="http://schemas.openxmlformats.org/officeDocument/2006/relationships/tags" Target="../tags/tag468.xml"/><Relationship Id="rId96" Type="http://schemas.openxmlformats.org/officeDocument/2006/relationships/tags" Target="../tags/tag467.xml"/><Relationship Id="rId95" Type="http://schemas.openxmlformats.org/officeDocument/2006/relationships/tags" Target="../tags/tag466.xml"/><Relationship Id="rId94" Type="http://schemas.openxmlformats.org/officeDocument/2006/relationships/tags" Target="../tags/tag465.xml"/><Relationship Id="rId93" Type="http://schemas.openxmlformats.org/officeDocument/2006/relationships/tags" Target="../tags/tag464.xml"/><Relationship Id="rId92" Type="http://schemas.openxmlformats.org/officeDocument/2006/relationships/tags" Target="../tags/tag463.xml"/><Relationship Id="rId91" Type="http://schemas.openxmlformats.org/officeDocument/2006/relationships/tags" Target="../tags/tag462.xml"/><Relationship Id="rId90" Type="http://schemas.openxmlformats.org/officeDocument/2006/relationships/tags" Target="../tags/tag461.xml"/><Relationship Id="rId9" Type="http://schemas.openxmlformats.org/officeDocument/2006/relationships/image" Target="../media/image24.png"/><Relationship Id="rId89" Type="http://schemas.openxmlformats.org/officeDocument/2006/relationships/tags" Target="../tags/tag460.xml"/><Relationship Id="rId88" Type="http://schemas.openxmlformats.org/officeDocument/2006/relationships/tags" Target="../tags/tag459.xml"/><Relationship Id="rId87" Type="http://schemas.openxmlformats.org/officeDocument/2006/relationships/tags" Target="../tags/tag458.xml"/><Relationship Id="rId86" Type="http://schemas.openxmlformats.org/officeDocument/2006/relationships/tags" Target="../tags/tag457.xml"/><Relationship Id="rId85" Type="http://schemas.openxmlformats.org/officeDocument/2006/relationships/tags" Target="../tags/tag456.xml"/><Relationship Id="rId84" Type="http://schemas.openxmlformats.org/officeDocument/2006/relationships/image" Target="../media/image23.svg"/><Relationship Id="rId83" Type="http://schemas.openxmlformats.org/officeDocument/2006/relationships/image" Target="../media/image22.png"/><Relationship Id="rId82" Type="http://schemas.openxmlformats.org/officeDocument/2006/relationships/tags" Target="../tags/tag455.xml"/><Relationship Id="rId81" Type="http://schemas.openxmlformats.org/officeDocument/2006/relationships/tags" Target="../tags/tag454.xml"/><Relationship Id="rId80" Type="http://schemas.openxmlformats.org/officeDocument/2006/relationships/tags" Target="../tags/tag453.xml"/><Relationship Id="rId8" Type="http://schemas.openxmlformats.org/officeDocument/2006/relationships/tags" Target="../tags/tag385.xml"/><Relationship Id="rId79" Type="http://schemas.openxmlformats.org/officeDocument/2006/relationships/tags" Target="../tags/tag452.xml"/><Relationship Id="rId78" Type="http://schemas.openxmlformats.org/officeDocument/2006/relationships/tags" Target="../tags/tag451.xml"/><Relationship Id="rId77" Type="http://schemas.openxmlformats.org/officeDocument/2006/relationships/tags" Target="../tags/tag450.xml"/><Relationship Id="rId76" Type="http://schemas.openxmlformats.org/officeDocument/2006/relationships/tags" Target="../tags/tag449.xml"/><Relationship Id="rId75" Type="http://schemas.openxmlformats.org/officeDocument/2006/relationships/tags" Target="../tags/tag448.xml"/><Relationship Id="rId74" Type="http://schemas.openxmlformats.org/officeDocument/2006/relationships/tags" Target="../tags/tag447.xml"/><Relationship Id="rId73" Type="http://schemas.openxmlformats.org/officeDocument/2006/relationships/tags" Target="../tags/tag446.xml"/><Relationship Id="rId72" Type="http://schemas.openxmlformats.org/officeDocument/2006/relationships/tags" Target="../tags/tag445.xml"/><Relationship Id="rId71" Type="http://schemas.openxmlformats.org/officeDocument/2006/relationships/tags" Target="../tags/tag444.xml"/><Relationship Id="rId70" Type="http://schemas.openxmlformats.org/officeDocument/2006/relationships/tags" Target="../tags/tag443.xml"/><Relationship Id="rId7" Type="http://schemas.openxmlformats.org/officeDocument/2006/relationships/tags" Target="../tags/tag384.xml"/><Relationship Id="rId69" Type="http://schemas.openxmlformats.org/officeDocument/2006/relationships/tags" Target="../tags/tag442.xml"/><Relationship Id="rId68" Type="http://schemas.openxmlformats.org/officeDocument/2006/relationships/tags" Target="../tags/tag441.xml"/><Relationship Id="rId67" Type="http://schemas.openxmlformats.org/officeDocument/2006/relationships/tags" Target="../tags/tag440.xml"/><Relationship Id="rId66" Type="http://schemas.openxmlformats.org/officeDocument/2006/relationships/tags" Target="../tags/tag439.xml"/><Relationship Id="rId65" Type="http://schemas.openxmlformats.org/officeDocument/2006/relationships/tags" Target="../tags/tag438.xml"/><Relationship Id="rId64" Type="http://schemas.openxmlformats.org/officeDocument/2006/relationships/tags" Target="../tags/tag437.xml"/><Relationship Id="rId63" Type="http://schemas.openxmlformats.org/officeDocument/2006/relationships/tags" Target="../tags/tag436.xml"/><Relationship Id="rId62" Type="http://schemas.openxmlformats.org/officeDocument/2006/relationships/tags" Target="../tags/tag435.xml"/><Relationship Id="rId61" Type="http://schemas.openxmlformats.org/officeDocument/2006/relationships/tags" Target="../tags/tag434.xml"/><Relationship Id="rId60" Type="http://schemas.openxmlformats.org/officeDocument/2006/relationships/tags" Target="../tags/tag433.xml"/><Relationship Id="rId6" Type="http://schemas.openxmlformats.org/officeDocument/2006/relationships/tags" Target="../tags/tag383.xml"/><Relationship Id="rId59" Type="http://schemas.openxmlformats.org/officeDocument/2006/relationships/tags" Target="../tags/tag432.xml"/><Relationship Id="rId58" Type="http://schemas.openxmlformats.org/officeDocument/2006/relationships/tags" Target="../tags/tag431.xml"/><Relationship Id="rId57" Type="http://schemas.openxmlformats.org/officeDocument/2006/relationships/tags" Target="../tags/tag430.xml"/><Relationship Id="rId56" Type="http://schemas.openxmlformats.org/officeDocument/2006/relationships/tags" Target="../tags/tag429.xml"/><Relationship Id="rId55" Type="http://schemas.openxmlformats.org/officeDocument/2006/relationships/tags" Target="../tags/tag428.xml"/><Relationship Id="rId54" Type="http://schemas.openxmlformats.org/officeDocument/2006/relationships/tags" Target="../tags/tag427.xml"/><Relationship Id="rId53" Type="http://schemas.openxmlformats.org/officeDocument/2006/relationships/tags" Target="../tags/tag426.xml"/><Relationship Id="rId52" Type="http://schemas.openxmlformats.org/officeDocument/2006/relationships/tags" Target="../tags/tag425.xml"/><Relationship Id="rId51" Type="http://schemas.openxmlformats.org/officeDocument/2006/relationships/tags" Target="../tags/tag424.xml"/><Relationship Id="rId50" Type="http://schemas.openxmlformats.org/officeDocument/2006/relationships/tags" Target="../tags/tag423.xml"/><Relationship Id="rId5" Type="http://schemas.openxmlformats.org/officeDocument/2006/relationships/tags" Target="../tags/tag382.xml"/><Relationship Id="rId49" Type="http://schemas.openxmlformats.org/officeDocument/2006/relationships/tags" Target="../tags/tag422.xml"/><Relationship Id="rId48" Type="http://schemas.openxmlformats.org/officeDocument/2006/relationships/tags" Target="../tags/tag421.xml"/><Relationship Id="rId47" Type="http://schemas.openxmlformats.org/officeDocument/2006/relationships/image" Target="../media/image21.svg"/><Relationship Id="rId46" Type="http://schemas.openxmlformats.org/officeDocument/2006/relationships/image" Target="../media/image20.png"/><Relationship Id="rId45" Type="http://schemas.openxmlformats.org/officeDocument/2006/relationships/tags" Target="../tags/tag420.xml"/><Relationship Id="rId44" Type="http://schemas.openxmlformats.org/officeDocument/2006/relationships/tags" Target="../tags/tag419.xml"/><Relationship Id="rId43" Type="http://schemas.openxmlformats.org/officeDocument/2006/relationships/tags" Target="../tags/tag418.xml"/><Relationship Id="rId42" Type="http://schemas.openxmlformats.org/officeDocument/2006/relationships/tags" Target="../tags/tag417.xml"/><Relationship Id="rId41" Type="http://schemas.openxmlformats.org/officeDocument/2006/relationships/tags" Target="../tags/tag416.xml"/><Relationship Id="rId40" Type="http://schemas.openxmlformats.org/officeDocument/2006/relationships/tags" Target="../tags/tag415.xml"/><Relationship Id="rId4" Type="http://schemas.openxmlformats.org/officeDocument/2006/relationships/tags" Target="../tags/tag381.xml"/><Relationship Id="rId39" Type="http://schemas.openxmlformats.org/officeDocument/2006/relationships/tags" Target="../tags/tag414.xml"/><Relationship Id="rId38" Type="http://schemas.openxmlformats.org/officeDocument/2006/relationships/tags" Target="../tags/tag413.xml"/><Relationship Id="rId37" Type="http://schemas.openxmlformats.org/officeDocument/2006/relationships/tags" Target="../tags/tag412.xml"/><Relationship Id="rId36" Type="http://schemas.openxmlformats.org/officeDocument/2006/relationships/tags" Target="../tags/tag411.xml"/><Relationship Id="rId35" Type="http://schemas.openxmlformats.org/officeDocument/2006/relationships/tags" Target="../tags/tag410.xml"/><Relationship Id="rId34" Type="http://schemas.openxmlformats.org/officeDocument/2006/relationships/tags" Target="../tags/tag409.xml"/><Relationship Id="rId33" Type="http://schemas.openxmlformats.org/officeDocument/2006/relationships/tags" Target="../tags/tag408.xml"/><Relationship Id="rId32" Type="http://schemas.openxmlformats.org/officeDocument/2006/relationships/tags" Target="../tags/tag407.xml"/><Relationship Id="rId31" Type="http://schemas.openxmlformats.org/officeDocument/2006/relationships/tags" Target="../tags/tag406.xml"/><Relationship Id="rId30" Type="http://schemas.openxmlformats.org/officeDocument/2006/relationships/tags" Target="../tags/tag405.xml"/><Relationship Id="rId3" Type="http://schemas.openxmlformats.org/officeDocument/2006/relationships/tags" Target="../tags/tag380.xml"/><Relationship Id="rId29" Type="http://schemas.openxmlformats.org/officeDocument/2006/relationships/tags" Target="../tags/tag404.xml"/><Relationship Id="rId28" Type="http://schemas.openxmlformats.org/officeDocument/2006/relationships/tags" Target="../tags/tag403.xml"/><Relationship Id="rId27" Type="http://schemas.openxmlformats.org/officeDocument/2006/relationships/tags" Target="../tags/tag402.xml"/><Relationship Id="rId26" Type="http://schemas.openxmlformats.org/officeDocument/2006/relationships/tags" Target="../tags/tag401.xml"/><Relationship Id="rId25" Type="http://schemas.openxmlformats.org/officeDocument/2006/relationships/tags" Target="../tags/tag400.xml"/><Relationship Id="rId24" Type="http://schemas.openxmlformats.org/officeDocument/2006/relationships/tags" Target="../tags/tag399.xml"/><Relationship Id="rId23" Type="http://schemas.openxmlformats.org/officeDocument/2006/relationships/tags" Target="../tags/tag398.xml"/><Relationship Id="rId22" Type="http://schemas.openxmlformats.org/officeDocument/2006/relationships/tags" Target="../tags/tag397.xml"/><Relationship Id="rId21" Type="http://schemas.openxmlformats.org/officeDocument/2006/relationships/tags" Target="../tags/tag396.xml"/><Relationship Id="rId20" Type="http://schemas.openxmlformats.org/officeDocument/2006/relationships/tags" Target="../tags/tag395.xml"/><Relationship Id="rId2" Type="http://schemas.openxmlformats.org/officeDocument/2006/relationships/tags" Target="../tags/tag379.xml"/><Relationship Id="rId19" Type="http://schemas.openxmlformats.org/officeDocument/2006/relationships/tags" Target="../tags/tag394.xml"/><Relationship Id="rId18" Type="http://schemas.openxmlformats.org/officeDocument/2006/relationships/tags" Target="../tags/tag393.xml"/><Relationship Id="rId17" Type="http://schemas.openxmlformats.org/officeDocument/2006/relationships/tags" Target="../tags/tag392.xml"/><Relationship Id="rId16" Type="http://schemas.openxmlformats.org/officeDocument/2006/relationships/tags" Target="../tags/tag391.xml"/><Relationship Id="rId15" Type="http://schemas.openxmlformats.org/officeDocument/2006/relationships/tags" Target="../tags/tag390.xml"/><Relationship Id="rId14" Type="http://schemas.openxmlformats.org/officeDocument/2006/relationships/tags" Target="../tags/tag389.xml"/><Relationship Id="rId13" Type="http://schemas.openxmlformats.org/officeDocument/2006/relationships/tags" Target="../tags/tag388.xml"/><Relationship Id="rId12" Type="http://schemas.openxmlformats.org/officeDocument/2006/relationships/tags" Target="../tags/tag387.xml"/><Relationship Id="rId11" Type="http://schemas.openxmlformats.org/officeDocument/2006/relationships/tags" Target="../tags/tag386.xml"/><Relationship Id="rId106" Type="http://schemas.openxmlformats.org/officeDocument/2006/relationships/slideLayout" Target="../slideLayouts/slideLayout2.xml"/><Relationship Id="rId105" Type="http://schemas.openxmlformats.org/officeDocument/2006/relationships/tags" Target="../tags/tag476.xml"/><Relationship Id="rId104" Type="http://schemas.openxmlformats.org/officeDocument/2006/relationships/tags" Target="../tags/tag475.xml"/><Relationship Id="rId103" Type="http://schemas.openxmlformats.org/officeDocument/2006/relationships/tags" Target="../tags/tag474.xml"/><Relationship Id="rId102" Type="http://schemas.openxmlformats.org/officeDocument/2006/relationships/tags" Target="../tags/tag473.xml"/><Relationship Id="rId101" Type="http://schemas.openxmlformats.org/officeDocument/2006/relationships/tags" Target="../tags/tag472.xml"/><Relationship Id="rId100" Type="http://schemas.openxmlformats.org/officeDocument/2006/relationships/tags" Target="../tags/tag471.xml"/><Relationship Id="rId10" Type="http://schemas.openxmlformats.org/officeDocument/2006/relationships/image" Target="../media/image25.svg"/><Relationship Id="rId1" Type="http://schemas.openxmlformats.org/officeDocument/2006/relationships/tags" Target="../tags/tag378.xml"/></Relationships>
</file>

<file path=ppt/slides/_rels/slide15.xml.rels><?xml version="1.0" encoding="UTF-8" standalone="yes"?>
<Relationships xmlns="http://schemas.openxmlformats.org/package/2006/relationships"><Relationship Id="rId93" Type="http://schemas.openxmlformats.org/officeDocument/2006/relationships/slideLayout" Target="../slideLayouts/slideLayout2.xml"/><Relationship Id="rId92" Type="http://schemas.openxmlformats.org/officeDocument/2006/relationships/tags" Target="../tags/tag562.xml"/><Relationship Id="rId91" Type="http://schemas.openxmlformats.org/officeDocument/2006/relationships/tags" Target="../tags/tag561.xml"/><Relationship Id="rId90" Type="http://schemas.openxmlformats.org/officeDocument/2006/relationships/tags" Target="../tags/tag560.xml"/><Relationship Id="rId9" Type="http://schemas.openxmlformats.org/officeDocument/2006/relationships/image" Target="../media/image26.png"/><Relationship Id="rId89" Type="http://schemas.openxmlformats.org/officeDocument/2006/relationships/tags" Target="../tags/tag559.xml"/><Relationship Id="rId88" Type="http://schemas.openxmlformats.org/officeDocument/2006/relationships/tags" Target="../tags/tag558.xml"/><Relationship Id="rId87" Type="http://schemas.openxmlformats.org/officeDocument/2006/relationships/tags" Target="../tags/tag557.xml"/><Relationship Id="rId86" Type="http://schemas.openxmlformats.org/officeDocument/2006/relationships/tags" Target="../tags/tag556.xml"/><Relationship Id="rId85" Type="http://schemas.openxmlformats.org/officeDocument/2006/relationships/tags" Target="../tags/tag555.xml"/><Relationship Id="rId84" Type="http://schemas.openxmlformats.org/officeDocument/2006/relationships/tags" Target="../tags/tag554.xml"/><Relationship Id="rId83" Type="http://schemas.openxmlformats.org/officeDocument/2006/relationships/tags" Target="../tags/tag553.xml"/><Relationship Id="rId82" Type="http://schemas.openxmlformats.org/officeDocument/2006/relationships/tags" Target="../tags/tag552.xml"/><Relationship Id="rId81" Type="http://schemas.openxmlformats.org/officeDocument/2006/relationships/tags" Target="../tags/tag551.xml"/><Relationship Id="rId80" Type="http://schemas.openxmlformats.org/officeDocument/2006/relationships/tags" Target="../tags/tag550.xml"/><Relationship Id="rId8" Type="http://schemas.openxmlformats.org/officeDocument/2006/relationships/tags" Target="../tags/tag484.xml"/><Relationship Id="rId79" Type="http://schemas.openxmlformats.org/officeDocument/2006/relationships/tags" Target="../tags/tag549.xml"/><Relationship Id="rId78" Type="http://schemas.openxmlformats.org/officeDocument/2006/relationships/tags" Target="../tags/tag548.xml"/><Relationship Id="rId77" Type="http://schemas.openxmlformats.org/officeDocument/2006/relationships/tags" Target="../tags/tag547.xml"/><Relationship Id="rId76" Type="http://schemas.openxmlformats.org/officeDocument/2006/relationships/tags" Target="../tags/tag546.xml"/><Relationship Id="rId75" Type="http://schemas.openxmlformats.org/officeDocument/2006/relationships/tags" Target="../tags/tag545.xml"/><Relationship Id="rId74" Type="http://schemas.openxmlformats.org/officeDocument/2006/relationships/tags" Target="../tags/tag544.xml"/><Relationship Id="rId73" Type="http://schemas.openxmlformats.org/officeDocument/2006/relationships/tags" Target="../tags/tag543.xml"/><Relationship Id="rId72" Type="http://schemas.openxmlformats.org/officeDocument/2006/relationships/tags" Target="../tags/tag542.xml"/><Relationship Id="rId71" Type="http://schemas.openxmlformats.org/officeDocument/2006/relationships/image" Target="../media/image31.svg"/><Relationship Id="rId70" Type="http://schemas.openxmlformats.org/officeDocument/2006/relationships/image" Target="../media/image30.png"/><Relationship Id="rId7" Type="http://schemas.openxmlformats.org/officeDocument/2006/relationships/tags" Target="../tags/tag483.xml"/><Relationship Id="rId69" Type="http://schemas.openxmlformats.org/officeDocument/2006/relationships/tags" Target="../tags/tag541.xml"/><Relationship Id="rId68" Type="http://schemas.openxmlformats.org/officeDocument/2006/relationships/tags" Target="../tags/tag540.xml"/><Relationship Id="rId67" Type="http://schemas.openxmlformats.org/officeDocument/2006/relationships/tags" Target="../tags/tag539.xml"/><Relationship Id="rId66" Type="http://schemas.openxmlformats.org/officeDocument/2006/relationships/tags" Target="../tags/tag538.xml"/><Relationship Id="rId65" Type="http://schemas.openxmlformats.org/officeDocument/2006/relationships/tags" Target="../tags/tag537.xml"/><Relationship Id="rId64" Type="http://schemas.openxmlformats.org/officeDocument/2006/relationships/tags" Target="../tags/tag536.xml"/><Relationship Id="rId63" Type="http://schemas.openxmlformats.org/officeDocument/2006/relationships/tags" Target="../tags/tag535.xml"/><Relationship Id="rId62" Type="http://schemas.openxmlformats.org/officeDocument/2006/relationships/tags" Target="../tags/tag534.xml"/><Relationship Id="rId61" Type="http://schemas.openxmlformats.org/officeDocument/2006/relationships/tags" Target="../tags/tag533.xml"/><Relationship Id="rId60" Type="http://schemas.openxmlformats.org/officeDocument/2006/relationships/tags" Target="../tags/tag532.xml"/><Relationship Id="rId6" Type="http://schemas.openxmlformats.org/officeDocument/2006/relationships/tags" Target="../tags/tag482.xml"/><Relationship Id="rId59" Type="http://schemas.openxmlformats.org/officeDocument/2006/relationships/tags" Target="../tags/tag531.xml"/><Relationship Id="rId58" Type="http://schemas.openxmlformats.org/officeDocument/2006/relationships/tags" Target="../tags/tag530.xml"/><Relationship Id="rId57" Type="http://schemas.openxmlformats.org/officeDocument/2006/relationships/tags" Target="../tags/tag529.xml"/><Relationship Id="rId56" Type="http://schemas.openxmlformats.org/officeDocument/2006/relationships/tags" Target="../tags/tag528.xml"/><Relationship Id="rId55" Type="http://schemas.openxmlformats.org/officeDocument/2006/relationships/tags" Target="../tags/tag527.xml"/><Relationship Id="rId54" Type="http://schemas.openxmlformats.org/officeDocument/2006/relationships/tags" Target="../tags/tag526.xml"/><Relationship Id="rId53" Type="http://schemas.openxmlformats.org/officeDocument/2006/relationships/tags" Target="../tags/tag525.xml"/><Relationship Id="rId52" Type="http://schemas.openxmlformats.org/officeDocument/2006/relationships/tags" Target="../tags/tag524.xml"/><Relationship Id="rId51" Type="http://schemas.openxmlformats.org/officeDocument/2006/relationships/tags" Target="../tags/tag523.xml"/><Relationship Id="rId50" Type="http://schemas.openxmlformats.org/officeDocument/2006/relationships/tags" Target="../tags/tag522.xml"/><Relationship Id="rId5" Type="http://schemas.openxmlformats.org/officeDocument/2006/relationships/tags" Target="../tags/tag481.xml"/><Relationship Id="rId49" Type="http://schemas.openxmlformats.org/officeDocument/2006/relationships/tags" Target="../tags/tag521.xml"/><Relationship Id="rId48" Type="http://schemas.openxmlformats.org/officeDocument/2006/relationships/tags" Target="../tags/tag520.xml"/><Relationship Id="rId47" Type="http://schemas.openxmlformats.org/officeDocument/2006/relationships/tags" Target="../tags/tag519.xml"/><Relationship Id="rId46" Type="http://schemas.openxmlformats.org/officeDocument/2006/relationships/tags" Target="../tags/tag518.xml"/><Relationship Id="rId45" Type="http://schemas.openxmlformats.org/officeDocument/2006/relationships/tags" Target="../tags/tag517.xml"/><Relationship Id="rId44" Type="http://schemas.openxmlformats.org/officeDocument/2006/relationships/tags" Target="../tags/tag516.xml"/><Relationship Id="rId43" Type="http://schemas.openxmlformats.org/officeDocument/2006/relationships/tags" Target="../tags/tag515.xml"/><Relationship Id="rId42" Type="http://schemas.openxmlformats.org/officeDocument/2006/relationships/tags" Target="../tags/tag514.xml"/><Relationship Id="rId41" Type="http://schemas.openxmlformats.org/officeDocument/2006/relationships/tags" Target="../tags/tag513.xml"/><Relationship Id="rId40" Type="http://schemas.openxmlformats.org/officeDocument/2006/relationships/tags" Target="../tags/tag512.xml"/><Relationship Id="rId4" Type="http://schemas.openxmlformats.org/officeDocument/2006/relationships/tags" Target="../tags/tag480.xml"/><Relationship Id="rId39" Type="http://schemas.openxmlformats.org/officeDocument/2006/relationships/tags" Target="../tags/tag511.xml"/><Relationship Id="rId38" Type="http://schemas.openxmlformats.org/officeDocument/2006/relationships/tags" Target="../tags/tag510.xml"/><Relationship Id="rId37" Type="http://schemas.openxmlformats.org/officeDocument/2006/relationships/tags" Target="../tags/tag509.xml"/><Relationship Id="rId36" Type="http://schemas.openxmlformats.org/officeDocument/2006/relationships/image" Target="../media/image29.svg"/><Relationship Id="rId35" Type="http://schemas.openxmlformats.org/officeDocument/2006/relationships/image" Target="../media/image28.png"/><Relationship Id="rId34" Type="http://schemas.openxmlformats.org/officeDocument/2006/relationships/tags" Target="../tags/tag508.xml"/><Relationship Id="rId33" Type="http://schemas.openxmlformats.org/officeDocument/2006/relationships/tags" Target="../tags/tag507.xml"/><Relationship Id="rId32" Type="http://schemas.openxmlformats.org/officeDocument/2006/relationships/tags" Target="../tags/tag506.xml"/><Relationship Id="rId31" Type="http://schemas.openxmlformats.org/officeDocument/2006/relationships/tags" Target="../tags/tag505.xml"/><Relationship Id="rId30" Type="http://schemas.openxmlformats.org/officeDocument/2006/relationships/tags" Target="../tags/tag504.xml"/><Relationship Id="rId3" Type="http://schemas.openxmlformats.org/officeDocument/2006/relationships/tags" Target="../tags/tag479.xml"/><Relationship Id="rId29" Type="http://schemas.openxmlformats.org/officeDocument/2006/relationships/tags" Target="../tags/tag503.xml"/><Relationship Id="rId28" Type="http://schemas.openxmlformats.org/officeDocument/2006/relationships/tags" Target="../tags/tag502.xml"/><Relationship Id="rId27" Type="http://schemas.openxmlformats.org/officeDocument/2006/relationships/tags" Target="../tags/tag501.xml"/><Relationship Id="rId26" Type="http://schemas.openxmlformats.org/officeDocument/2006/relationships/tags" Target="../tags/tag500.xml"/><Relationship Id="rId25" Type="http://schemas.openxmlformats.org/officeDocument/2006/relationships/tags" Target="../tags/tag499.xml"/><Relationship Id="rId24" Type="http://schemas.openxmlformats.org/officeDocument/2006/relationships/tags" Target="../tags/tag498.xml"/><Relationship Id="rId23" Type="http://schemas.openxmlformats.org/officeDocument/2006/relationships/tags" Target="../tags/tag497.xml"/><Relationship Id="rId22" Type="http://schemas.openxmlformats.org/officeDocument/2006/relationships/tags" Target="../tags/tag496.xml"/><Relationship Id="rId21" Type="http://schemas.openxmlformats.org/officeDocument/2006/relationships/tags" Target="../tags/tag495.xml"/><Relationship Id="rId20" Type="http://schemas.openxmlformats.org/officeDocument/2006/relationships/tags" Target="../tags/tag494.xml"/><Relationship Id="rId2" Type="http://schemas.openxmlformats.org/officeDocument/2006/relationships/tags" Target="../tags/tag478.xml"/><Relationship Id="rId19" Type="http://schemas.openxmlformats.org/officeDocument/2006/relationships/tags" Target="../tags/tag493.xml"/><Relationship Id="rId18" Type="http://schemas.openxmlformats.org/officeDocument/2006/relationships/tags" Target="../tags/tag492.xml"/><Relationship Id="rId17" Type="http://schemas.openxmlformats.org/officeDocument/2006/relationships/tags" Target="../tags/tag491.xml"/><Relationship Id="rId16" Type="http://schemas.openxmlformats.org/officeDocument/2006/relationships/tags" Target="../tags/tag490.xml"/><Relationship Id="rId15" Type="http://schemas.openxmlformats.org/officeDocument/2006/relationships/tags" Target="../tags/tag489.xml"/><Relationship Id="rId14" Type="http://schemas.openxmlformats.org/officeDocument/2006/relationships/tags" Target="../tags/tag488.xml"/><Relationship Id="rId13" Type="http://schemas.openxmlformats.org/officeDocument/2006/relationships/tags" Target="../tags/tag487.xml"/><Relationship Id="rId12" Type="http://schemas.openxmlformats.org/officeDocument/2006/relationships/tags" Target="../tags/tag486.xml"/><Relationship Id="rId11" Type="http://schemas.openxmlformats.org/officeDocument/2006/relationships/tags" Target="../tags/tag485.xml"/><Relationship Id="rId10" Type="http://schemas.openxmlformats.org/officeDocument/2006/relationships/image" Target="../media/image27.svg"/><Relationship Id="rId1" Type="http://schemas.openxmlformats.org/officeDocument/2006/relationships/tags" Target="../tags/tag47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65.xml"/><Relationship Id="rId2" Type="http://schemas.openxmlformats.org/officeDocument/2006/relationships/tags" Target="../tags/tag564.xml"/><Relationship Id="rId1" Type="http://schemas.openxmlformats.org/officeDocument/2006/relationships/tags" Target="../tags/tag563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74.xml"/><Relationship Id="rId8" Type="http://schemas.openxmlformats.org/officeDocument/2006/relationships/tags" Target="../tags/tag573.xml"/><Relationship Id="rId7" Type="http://schemas.openxmlformats.org/officeDocument/2006/relationships/tags" Target="../tags/tag572.xml"/><Relationship Id="rId6" Type="http://schemas.openxmlformats.org/officeDocument/2006/relationships/tags" Target="../tags/tag571.xml"/><Relationship Id="rId5" Type="http://schemas.openxmlformats.org/officeDocument/2006/relationships/tags" Target="../tags/tag570.xml"/><Relationship Id="rId4" Type="http://schemas.openxmlformats.org/officeDocument/2006/relationships/tags" Target="../tags/tag569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568.xml"/><Relationship Id="rId29" Type="http://schemas.openxmlformats.org/officeDocument/2006/relationships/image" Target="../media/image32.png"/><Relationship Id="rId28" Type="http://schemas.microsoft.com/office/2007/relationships/media" Target="../media/media1.mp4"/><Relationship Id="rId27" Type="http://schemas.openxmlformats.org/officeDocument/2006/relationships/video" Target="../media/media1.mp4"/><Relationship Id="rId26" Type="http://schemas.openxmlformats.org/officeDocument/2006/relationships/tags" Target="../tags/tag591.xml"/><Relationship Id="rId25" Type="http://schemas.openxmlformats.org/officeDocument/2006/relationships/tags" Target="../tags/tag590.xml"/><Relationship Id="rId24" Type="http://schemas.openxmlformats.org/officeDocument/2006/relationships/tags" Target="../tags/tag589.xml"/><Relationship Id="rId23" Type="http://schemas.openxmlformats.org/officeDocument/2006/relationships/tags" Target="../tags/tag588.xml"/><Relationship Id="rId22" Type="http://schemas.openxmlformats.org/officeDocument/2006/relationships/tags" Target="../tags/tag587.xml"/><Relationship Id="rId21" Type="http://schemas.openxmlformats.org/officeDocument/2006/relationships/tags" Target="../tags/tag586.xml"/><Relationship Id="rId20" Type="http://schemas.openxmlformats.org/officeDocument/2006/relationships/tags" Target="../tags/tag585.xml"/><Relationship Id="rId2" Type="http://schemas.openxmlformats.org/officeDocument/2006/relationships/tags" Target="../tags/tag567.xml"/><Relationship Id="rId19" Type="http://schemas.openxmlformats.org/officeDocument/2006/relationships/tags" Target="../tags/tag584.xml"/><Relationship Id="rId18" Type="http://schemas.openxmlformats.org/officeDocument/2006/relationships/tags" Target="../tags/tag583.xml"/><Relationship Id="rId17" Type="http://schemas.openxmlformats.org/officeDocument/2006/relationships/tags" Target="../tags/tag582.xml"/><Relationship Id="rId16" Type="http://schemas.openxmlformats.org/officeDocument/2006/relationships/tags" Target="../tags/tag581.xml"/><Relationship Id="rId15" Type="http://schemas.openxmlformats.org/officeDocument/2006/relationships/tags" Target="../tags/tag580.xml"/><Relationship Id="rId14" Type="http://schemas.openxmlformats.org/officeDocument/2006/relationships/tags" Target="../tags/tag579.xml"/><Relationship Id="rId13" Type="http://schemas.openxmlformats.org/officeDocument/2006/relationships/tags" Target="../tags/tag578.xml"/><Relationship Id="rId12" Type="http://schemas.openxmlformats.org/officeDocument/2006/relationships/tags" Target="../tags/tag577.xml"/><Relationship Id="rId11" Type="http://schemas.openxmlformats.org/officeDocument/2006/relationships/tags" Target="../tags/tag576.xml"/><Relationship Id="rId10" Type="http://schemas.openxmlformats.org/officeDocument/2006/relationships/tags" Target="../tags/tag575.xml"/><Relationship Id="rId1" Type="http://schemas.openxmlformats.org/officeDocument/2006/relationships/tags" Target="../tags/tag56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598.xml"/><Relationship Id="rId8" Type="http://schemas.openxmlformats.org/officeDocument/2006/relationships/tags" Target="../tags/tag597.xml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tags" Target="../tags/tag596.xml"/><Relationship Id="rId49" Type="http://schemas.openxmlformats.org/officeDocument/2006/relationships/slideLayout" Target="../slideLayouts/slideLayout2.xml"/><Relationship Id="rId48" Type="http://schemas.openxmlformats.org/officeDocument/2006/relationships/image" Target="../media/image5.png"/><Relationship Id="rId47" Type="http://schemas.openxmlformats.org/officeDocument/2006/relationships/image" Target="../media/image6.png"/><Relationship Id="rId46" Type="http://schemas.openxmlformats.org/officeDocument/2006/relationships/image" Target="../media/image4.png"/><Relationship Id="rId45" Type="http://schemas.openxmlformats.org/officeDocument/2006/relationships/image" Target="../media/image7.png"/><Relationship Id="rId44" Type="http://schemas.openxmlformats.org/officeDocument/2006/relationships/image" Target="../media/image43.png"/><Relationship Id="rId43" Type="http://schemas.openxmlformats.org/officeDocument/2006/relationships/tags" Target="../tags/tag624.xml"/><Relationship Id="rId42" Type="http://schemas.openxmlformats.org/officeDocument/2006/relationships/image" Target="../media/image42.svg"/><Relationship Id="rId41" Type="http://schemas.openxmlformats.org/officeDocument/2006/relationships/image" Target="../media/image41.png"/><Relationship Id="rId40" Type="http://schemas.openxmlformats.org/officeDocument/2006/relationships/tags" Target="../tags/tag623.xml"/><Relationship Id="rId4" Type="http://schemas.openxmlformats.org/officeDocument/2006/relationships/tags" Target="../tags/tag595.xml"/><Relationship Id="rId39" Type="http://schemas.openxmlformats.org/officeDocument/2006/relationships/tags" Target="../tags/tag622.xml"/><Relationship Id="rId38" Type="http://schemas.openxmlformats.org/officeDocument/2006/relationships/tags" Target="../tags/tag621.xml"/><Relationship Id="rId37" Type="http://schemas.openxmlformats.org/officeDocument/2006/relationships/image" Target="../media/image40.svg"/><Relationship Id="rId36" Type="http://schemas.openxmlformats.org/officeDocument/2006/relationships/image" Target="../media/image39.png"/><Relationship Id="rId35" Type="http://schemas.openxmlformats.org/officeDocument/2006/relationships/tags" Target="../tags/tag620.xml"/><Relationship Id="rId34" Type="http://schemas.openxmlformats.org/officeDocument/2006/relationships/tags" Target="../tags/tag619.xml"/><Relationship Id="rId33" Type="http://schemas.openxmlformats.org/officeDocument/2006/relationships/image" Target="../media/image38.svg"/><Relationship Id="rId32" Type="http://schemas.openxmlformats.org/officeDocument/2006/relationships/image" Target="../media/image37.png"/><Relationship Id="rId31" Type="http://schemas.openxmlformats.org/officeDocument/2006/relationships/tags" Target="../tags/tag618.xml"/><Relationship Id="rId30" Type="http://schemas.openxmlformats.org/officeDocument/2006/relationships/tags" Target="../tags/tag617.xml"/><Relationship Id="rId3" Type="http://schemas.openxmlformats.org/officeDocument/2006/relationships/tags" Target="../tags/tag594.xml"/><Relationship Id="rId29" Type="http://schemas.openxmlformats.org/officeDocument/2006/relationships/image" Target="../media/image36.svg"/><Relationship Id="rId28" Type="http://schemas.openxmlformats.org/officeDocument/2006/relationships/image" Target="../media/image35.png"/><Relationship Id="rId27" Type="http://schemas.openxmlformats.org/officeDocument/2006/relationships/tags" Target="../tags/tag616.xml"/><Relationship Id="rId26" Type="http://schemas.openxmlformats.org/officeDocument/2006/relationships/tags" Target="../tags/tag615.xml"/><Relationship Id="rId25" Type="http://schemas.openxmlformats.org/officeDocument/2006/relationships/tags" Target="../tags/tag614.xml"/><Relationship Id="rId24" Type="http://schemas.openxmlformats.org/officeDocument/2006/relationships/tags" Target="../tags/tag613.xml"/><Relationship Id="rId23" Type="http://schemas.openxmlformats.org/officeDocument/2006/relationships/tags" Target="../tags/tag612.xml"/><Relationship Id="rId22" Type="http://schemas.openxmlformats.org/officeDocument/2006/relationships/tags" Target="../tags/tag611.xml"/><Relationship Id="rId21" Type="http://schemas.openxmlformats.org/officeDocument/2006/relationships/tags" Target="../tags/tag610.xml"/><Relationship Id="rId20" Type="http://schemas.openxmlformats.org/officeDocument/2006/relationships/tags" Target="../tags/tag609.xml"/><Relationship Id="rId2" Type="http://schemas.openxmlformats.org/officeDocument/2006/relationships/tags" Target="../tags/tag593.xml"/><Relationship Id="rId19" Type="http://schemas.openxmlformats.org/officeDocument/2006/relationships/tags" Target="../tags/tag608.xml"/><Relationship Id="rId18" Type="http://schemas.openxmlformats.org/officeDocument/2006/relationships/tags" Target="../tags/tag607.xml"/><Relationship Id="rId17" Type="http://schemas.openxmlformats.org/officeDocument/2006/relationships/tags" Target="../tags/tag606.xml"/><Relationship Id="rId16" Type="http://schemas.openxmlformats.org/officeDocument/2006/relationships/tags" Target="../tags/tag605.xml"/><Relationship Id="rId15" Type="http://schemas.openxmlformats.org/officeDocument/2006/relationships/tags" Target="../tags/tag604.xml"/><Relationship Id="rId14" Type="http://schemas.openxmlformats.org/officeDocument/2006/relationships/tags" Target="../tags/tag603.xml"/><Relationship Id="rId13" Type="http://schemas.openxmlformats.org/officeDocument/2006/relationships/tags" Target="../tags/tag602.xml"/><Relationship Id="rId12" Type="http://schemas.openxmlformats.org/officeDocument/2006/relationships/tags" Target="../tags/tag601.xml"/><Relationship Id="rId11" Type="http://schemas.openxmlformats.org/officeDocument/2006/relationships/tags" Target="../tags/tag600.xml"/><Relationship Id="rId10" Type="http://schemas.openxmlformats.org/officeDocument/2006/relationships/tags" Target="../tags/tag599.xml"/><Relationship Id="rId1" Type="http://schemas.openxmlformats.org/officeDocument/2006/relationships/tags" Target="../tags/tag59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27.xml"/><Relationship Id="rId2" Type="http://schemas.openxmlformats.org/officeDocument/2006/relationships/tags" Target="../tags/tag626.xml"/><Relationship Id="rId1" Type="http://schemas.openxmlformats.org/officeDocument/2006/relationships/tags" Target="../tags/tag62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636.xml"/><Relationship Id="rId8" Type="http://schemas.openxmlformats.org/officeDocument/2006/relationships/tags" Target="../tags/tag635.xml"/><Relationship Id="rId7" Type="http://schemas.openxmlformats.org/officeDocument/2006/relationships/tags" Target="../tags/tag634.xml"/><Relationship Id="rId62" Type="http://schemas.openxmlformats.org/officeDocument/2006/relationships/slideLayout" Target="../slideLayouts/slideLayout2.xml"/><Relationship Id="rId61" Type="http://schemas.openxmlformats.org/officeDocument/2006/relationships/tags" Target="../tags/tag682.xml"/><Relationship Id="rId60" Type="http://schemas.openxmlformats.org/officeDocument/2006/relationships/tags" Target="../tags/tag681.xml"/><Relationship Id="rId6" Type="http://schemas.openxmlformats.org/officeDocument/2006/relationships/tags" Target="../tags/tag633.xml"/><Relationship Id="rId59" Type="http://schemas.openxmlformats.org/officeDocument/2006/relationships/tags" Target="../tags/tag680.xml"/><Relationship Id="rId58" Type="http://schemas.openxmlformats.org/officeDocument/2006/relationships/tags" Target="../tags/tag679.xml"/><Relationship Id="rId57" Type="http://schemas.openxmlformats.org/officeDocument/2006/relationships/tags" Target="../tags/tag678.xml"/><Relationship Id="rId56" Type="http://schemas.openxmlformats.org/officeDocument/2006/relationships/tags" Target="../tags/tag677.xml"/><Relationship Id="rId55" Type="http://schemas.openxmlformats.org/officeDocument/2006/relationships/tags" Target="../tags/tag676.xml"/><Relationship Id="rId54" Type="http://schemas.openxmlformats.org/officeDocument/2006/relationships/tags" Target="../tags/tag675.xml"/><Relationship Id="rId53" Type="http://schemas.openxmlformats.org/officeDocument/2006/relationships/tags" Target="../tags/tag674.xml"/><Relationship Id="rId52" Type="http://schemas.openxmlformats.org/officeDocument/2006/relationships/tags" Target="../tags/tag673.xml"/><Relationship Id="rId51" Type="http://schemas.openxmlformats.org/officeDocument/2006/relationships/tags" Target="../tags/tag672.xml"/><Relationship Id="rId50" Type="http://schemas.openxmlformats.org/officeDocument/2006/relationships/tags" Target="../tags/tag671.xml"/><Relationship Id="rId5" Type="http://schemas.openxmlformats.org/officeDocument/2006/relationships/tags" Target="../tags/tag632.xml"/><Relationship Id="rId49" Type="http://schemas.openxmlformats.org/officeDocument/2006/relationships/tags" Target="../tags/tag670.xml"/><Relationship Id="rId48" Type="http://schemas.openxmlformats.org/officeDocument/2006/relationships/tags" Target="../tags/tag669.xml"/><Relationship Id="rId47" Type="http://schemas.openxmlformats.org/officeDocument/2006/relationships/tags" Target="../tags/tag668.xml"/><Relationship Id="rId46" Type="http://schemas.openxmlformats.org/officeDocument/2006/relationships/tags" Target="../tags/tag667.xml"/><Relationship Id="rId45" Type="http://schemas.openxmlformats.org/officeDocument/2006/relationships/tags" Target="../tags/tag666.xml"/><Relationship Id="rId44" Type="http://schemas.openxmlformats.org/officeDocument/2006/relationships/image" Target="../media/image49.svg"/><Relationship Id="rId43" Type="http://schemas.openxmlformats.org/officeDocument/2006/relationships/image" Target="../media/image48.png"/><Relationship Id="rId42" Type="http://schemas.openxmlformats.org/officeDocument/2006/relationships/tags" Target="../tags/tag665.xml"/><Relationship Id="rId41" Type="http://schemas.openxmlformats.org/officeDocument/2006/relationships/tags" Target="../tags/tag664.xml"/><Relationship Id="rId40" Type="http://schemas.openxmlformats.org/officeDocument/2006/relationships/tags" Target="../tags/tag663.xml"/><Relationship Id="rId4" Type="http://schemas.openxmlformats.org/officeDocument/2006/relationships/tags" Target="../tags/tag631.xml"/><Relationship Id="rId39" Type="http://schemas.openxmlformats.org/officeDocument/2006/relationships/tags" Target="../tags/tag662.xml"/><Relationship Id="rId38" Type="http://schemas.openxmlformats.org/officeDocument/2006/relationships/tags" Target="../tags/tag661.xml"/><Relationship Id="rId37" Type="http://schemas.openxmlformats.org/officeDocument/2006/relationships/tags" Target="../tags/tag660.xml"/><Relationship Id="rId36" Type="http://schemas.openxmlformats.org/officeDocument/2006/relationships/tags" Target="../tags/tag659.xml"/><Relationship Id="rId35" Type="http://schemas.openxmlformats.org/officeDocument/2006/relationships/tags" Target="../tags/tag658.xml"/><Relationship Id="rId34" Type="http://schemas.openxmlformats.org/officeDocument/2006/relationships/tags" Target="../tags/tag657.xml"/><Relationship Id="rId33" Type="http://schemas.openxmlformats.org/officeDocument/2006/relationships/tags" Target="../tags/tag656.xml"/><Relationship Id="rId32" Type="http://schemas.openxmlformats.org/officeDocument/2006/relationships/tags" Target="../tags/tag655.xml"/><Relationship Id="rId31" Type="http://schemas.openxmlformats.org/officeDocument/2006/relationships/tags" Target="../tags/tag654.xml"/><Relationship Id="rId30" Type="http://schemas.openxmlformats.org/officeDocument/2006/relationships/tags" Target="../tags/tag653.xml"/><Relationship Id="rId3" Type="http://schemas.openxmlformats.org/officeDocument/2006/relationships/tags" Target="../tags/tag630.xml"/><Relationship Id="rId29" Type="http://schemas.openxmlformats.org/officeDocument/2006/relationships/tags" Target="../tags/tag652.xml"/><Relationship Id="rId28" Type="http://schemas.openxmlformats.org/officeDocument/2006/relationships/tags" Target="../tags/tag651.xml"/><Relationship Id="rId27" Type="http://schemas.openxmlformats.org/officeDocument/2006/relationships/tags" Target="../tags/tag650.xml"/><Relationship Id="rId26" Type="http://schemas.openxmlformats.org/officeDocument/2006/relationships/tags" Target="../tags/tag649.xml"/><Relationship Id="rId25" Type="http://schemas.openxmlformats.org/officeDocument/2006/relationships/tags" Target="../tags/tag648.xml"/><Relationship Id="rId24" Type="http://schemas.openxmlformats.org/officeDocument/2006/relationships/tags" Target="../tags/tag647.xml"/><Relationship Id="rId23" Type="http://schemas.openxmlformats.org/officeDocument/2006/relationships/tags" Target="../tags/tag646.xml"/><Relationship Id="rId22" Type="http://schemas.openxmlformats.org/officeDocument/2006/relationships/tags" Target="../tags/tag645.xml"/><Relationship Id="rId21" Type="http://schemas.openxmlformats.org/officeDocument/2006/relationships/tags" Target="../tags/tag644.xml"/><Relationship Id="rId20" Type="http://schemas.openxmlformats.org/officeDocument/2006/relationships/image" Target="../media/image47.svg"/><Relationship Id="rId2" Type="http://schemas.openxmlformats.org/officeDocument/2006/relationships/tags" Target="../tags/tag629.xml"/><Relationship Id="rId19" Type="http://schemas.openxmlformats.org/officeDocument/2006/relationships/image" Target="../media/image46.png"/><Relationship Id="rId18" Type="http://schemas.openxmlformats.org/officeDocument/2006/relationships/tags" Target="../tags/tag643.xml"/><Relationship Id="rId17" Type="http://schemas.openxmlformats.org/officeDocument/2006/relationships/tags" Target="../tags/tag642.xml"/><Relationship Id="rId16" Type="http://schemas.openxmlformats.org/officeDocument/2006/relationships/tags" Target="../tags/tag641.xml"/><Relationship Id="rId15" Type="http://schemas.openxmlformats.org/officeDocument/2006/relationships/tags" Target="../tags/tag640.xml"/><Relationship Id="rId14" Type="http://schemas.openxmlformats.org/officeDocument/2006/relationships/tags" Target="../tags/tag639.xml"/><Relationship Id="rId13" Type="http://schemas.openxmlformats.org/officeDocument/2006/relationships/tags" Target="../tags/tag638.xml"/><Relationship Id="rId12" Type="http://schemas.openxmlformats.org/officeDocument/2006/relationships/image" Target="../media/image45.svg"/><Relationship Id="rId11" Type="http://schemas.openxmlformats.org/officeDocument/2006/relationships/image" Target="../media/image44.png"/><Relationship Id="rId10" Type="http://schemas.openxmlformats.org/officeDocument/2006/relationships/tags" Target="../tags/tag637.xml"/><Relationship Id="rId1" Type="http://schemas.openxmlformats.org/officeDocument/2006/relationships/tags" Target="../tags/tag6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685.xml"/><Relationship Id="rId2" Type="http://schemas.openxmlformats.org/officeDocument/2006/relationships/tags" Target="../tags/tag684.xml"/><Relationship Id="rId1" Type="http://schemas.openxmlformats.org/officeDocument/2006/relationships/tags" Target="../tags/tag6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2026/09/04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我与我周旋久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汇报人：李琢言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501015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内容导览</a:t>
            </a:r>
            <a:endParaRPr sz="42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2895600" y="85725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53784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60 w 3249"/>
              <a:gd name="p0y0" fmla="*/ 0 h 5085"/>
              <a:gd name="p0x1" fmla="*/ 3189 w 3249"/>
              <a:gd name="p0y1" fmla="*/ 0 h 5085"/>
              <a:gd name="p0x2" fmla="*/ 3222 w 3249"/>
              <a:gd name="p0y2" fmla="*/ 0 h 5085"/>
              <a:gd name="p0x3" fmla="*/ 3249 w 3249"/>
              <a:gd name="p0y3" fmla="*/ 26 h 5085"/>
              <a:gd name="p0x4" fmla="*/ 3249 w 3249"/>
              <a:gd name="p0y4" fmla="*/ 60 h 5085"/>
              <a:gd name="p0x5" fmla="*/ 3249 w 3249"/>
              <a:gd name="p0y5" fmla="*/ 5025 h 5085"/>
              <a:gd name="p0x6" fmla="*/ 3249 w 3249"/>
              <a:gd name="p0y6" fmla="*/ 5058 h 5085"/>
              <a:gd name="p0x7" fmla="*/ 3222 w 3249"/>
              <a:gd name="p0y7" fmla="*/ 5085 h 5085"/>
              <a:gd name="p0x8" fmla="*/ 3189 w 3249"/>
              <a:gd name="p0y8" fmla="*/ 5085 h 5085"/>
              <a:gd name="p0x9" fmla="*/ 60 w 3249"/>
              <a:gd name="p0y9" fmla="*/ 5085 h 5085"/>
              <a:gd name="p0x10" fmla="*/ 26 w 3249"/>
              <a:gd name="p0y10" fmla="*/ 5085 h 5085"/>
              <a:gd name="p0x11" fmla="*/ 0 w 3249"/>
              <a:gd name="p0y11" fmla="*/ 5058 h 5085"/>
              <a:gd name="p0x12" fmla="*/ 0 w 3249"/>
              <a:gd name="p0y12" fmla="*/ 5025 h 5085"/>
              <a:gd name="p0x13" fmla="*/ 0 w 3249"/>
              <a:gd name="p0y13" fmla="*/ 60 h 5085"/>
              <a:gd name="p0x14" fmla="*/ 0 w 3249"/>
              <a:gd name="p0y14" fmla="*/ 26 h 5085"/>
              <a:gd name="p0x15" fmla="*/ 26 w 3249"/>
              <a:gd name="p0y15" fmla="*/ 0 h 5085"/>
              <a:gd name="p0x16" fmla="*/ 6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  <a:effectLst>
            <a:outerShdw blurRad="40005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95325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E5865A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600" b="1">
              <a:solidFill>
                <a:srgbClr val="E586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695325" y="3790950"/>
            <a:ext cx="174879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695325" y="3936683"/>
            <a:ext cx="174880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光影</a:t>
            </a:r>
            <a:r>
              <a:rPr sz="21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同源</a:t>
            </a:r>
            <a:endParaRPr sz="21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695325" y="4310539"/>
            <a:ext cx="174880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世界观与五关叙事</a:t>
            </a:r>
            <a:endParaRPr sz="1350">
              <a:solidFill>
                <a:srgbClr val="FDF5F3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280098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60 w 3249"/>
              <a:gd name="p0y0" fmla="*/ 0 h 5085"/>
              <a:gd name="p0x1" fmla="*/ 3189 w 3249"/>
              <a:gd name="p0y1" fmla="*/ 0 h 5085"/>
              <a:gd name="p0x2" fmla="*/ 3222 w 3249"/>
              <a:gd name="p0y2" fmla="*/ 0 h 5085"/>
              <a:gd name="p0x3" fmla="*/ 3249 w 3249"/>
              <a:gd name="p0y3" fmla="*/ 26 h 5085"/>
              <a:gd name="p0x4" fmla="*/ 3249 w 3249"/>
              <a:gd name="p0y4" fmla="*/ 60 h 5085"/>
              <a:gd name="p0x5" fmla="*/ 3249 w 3249"/>
              <a:gd name="p0y5" fmla="*/ 5025 h 5085"/>
              <a:gd name="p0x6" fmla="*/ 3249 w 3249"/>
              <a:gd name="p0y6" fmla="*/ 5058 h 5085"/>
              <a:gd name="p0x7" fmla="*/ 3222 w 3249"/>
              <a:gd name="p0y7" fmla="*/ 5085 h 5085"/>
              <a:gd name="p0x8" fmla="*/ 3189 w 3249"/>
              <a:gd name="p0y8" fmla="*/ 5085 h 5085"/>
              <a:gd name="p0x9" fmla="*/ 60 w 3249"/>
              <a:gd name="p0y9" fmla="*/ 5085 h 5085"/>
              <a:gd name="p0x10" fmla="*/ 26 w 3249"/>
              <a:gd name="p0y10" fmla="*/ 5085 h 5085"/>
              <a:gd name="p0x11" fmla="*/ 0 w 3249"/>
              <a:gd name="p0y11" fmla="*/ 5058 h 5085"/>
              <a:gd name="p0x12" fmla="*/ 0 w 3249"/>
              <a:gd name="p0y12" fmla="*/ 5025 h 5085"/>
              <a:gd name="p0x13" fmla="*/ 0 w 3249"/>
              <a:gd name="p0y13" fmla="*/ 60 h 5085"/>
              <a:gd name="p0x14" fmla="*/ 0 w 3249"/>
              <a:gd name="p0y14" fmla="*/ 26 h 5085"/>
              <a:gd name="p0x15" fmla="*/ 26 w 3249"/>
              <a:gd name="p0y15" fmla="*/ 0 h 5085"/>
              <a:gd name="p0x16" fmla="*/ 6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  <a:effectLst>
            <a:outerShdw blurRad="40005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958484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E5865A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600" b="1">
              <a:solidFill>
                <a:srgbClr val="E586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>
            <p:custDataLst>
              <p:tags r:id="rId12"/>
            </p:custDataLst>
          </p:nvPr>
        </p:nvSpPr>
        <p:spPr>
          <a:xfrm>
            <a:off x="2958465" y="3790950"/>
            <a:ext cx="174879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958484" y="3936683"/>
            <a:ext cx="174880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技术</a:t>
            </a:r>
            <a:r>
              <a:rPr sz="21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落地</a:t>
            </a:r>
            <a:endParaRPr sz="21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2958484" y="4310539"/>
            <a:ext cx="174880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引擎选型与五层架构</a:t>
            </a:r>
            <a:endParaRPr sz="1350">
              <a:solidFill>
                <a:srgbClr val="FDF5F3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5"/>
            </p:custDataLst>
          </p:nvPr>
        </p:nvSpPr>
        <p:spPr>
          <a:xfrm>
            <a:off x="506412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60 w 3249"/>
              <a:gd name="p0y0" fmla="*/ 0 h 5085"/>
              <a:gd name="p0x1" fmla="*/ 3189 w 3249"/>
              <a:gd name="p0y1" fmla="*/ 0 h 5085"/>
              <a:gd name="p0x2" fmla="*/ 3222 w 3249"/>
              <a:gd name="p0y2" fmla="*/ 0 h 5085"/>
              <a:gd name="p0x3" fmla="*/ 3249 w 3249"/>
              <a:gd name="p0y3" fmla="*/ 26 h 5085"/>
              <a:gd name="p0x4" fmla="*/ 3249 w 3249"/>
              <a:gd name="p0y4" fmla="*/ 60 h 5085"/>
              <a:gd name="p0x5" fmla="*/ 3249 w 3249"/>
              <a:gd name="p0y5" fmla="*/ 5025 h 5085"/>
              <a:gd name="p0x6" fmla="*/ 3249 w 3249"/>
              <a:gd name="p0y6" fmla="*/ 5058 h 5085"/>
              <a:gd name="p0x7" fmla="*/ 3222 w 3249"/>
              <a:gd name="p0y7" fmla="*/ 5085 h 5085"/>
              <a:gd name="p0x8" fmla="*/ 3189 w 3249"/>
              <a:gd name="p0y8" fmla="*/ 5085 h 5085"/>
              <a:gd name="p0x9" fmla="*/ 60 w 3249"/>
              <a:gd name="p0y9" fmla="*/ 5085 h 5085"/>
              <a:gd name="p0x10" fmla="*/ 26 w 3249"/>
              <a:gd name="p0y10" fmla="*/ 5085 h 5085"/>
              <a:gd name="p0x11" fmla="*/ 0 w 3249"/>
              <a:gd name="p0y11" fmla="*/ 5058 h 5085"/>
              <a:gd name="p0x12" fmla="*/ 0 w 3249"/>
              <a:gd name="p0y12" fmla="*/ 5025 h 5085"/>
              <a:gd name="p0x13" fmla="*/ 0 w 3249"/>
              <a:gd name="p0y13" fmla="*/ 60 h 5085"/>
              <a:gd name="p0x14" fmla="*/ 0 w 3249"/>
              <a:gd name="p0y14" fmla="*/ 26 h 5085"/>
              <a:gd name="p0x15" fmla="*/ 26 w 3249"/>
              <a:gd name="p0y15" fmla="*/ 0 h 5085"/>
              <a:gd name="p0x16" fmla="*/ 6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  <a:effectLst>
            <a:outerShdw blurRad="40005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5221634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E5865A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600" b="1">
              <a:solidFill>
                <a:srgbClr val="E586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>
            <p:custDataLst>
              <p:tags r:id="rId17"/>
            </p:custDataLst>
          </p:nvPr>
        </p:nvSpPr>
        <p:spPr>
          <a:xfrm>
            <a:off x="5221605" y="3790950"/>
            <a:ext cx="174879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5221634" y="3936683"/>
            <a:ext cx="174880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r>
              <a:rPr sz="21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攻坚</a:t>
            </a:r>
            <a:endParaRPr sz="21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5221634" y="4310539"/>
            <a:ext cx="174880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三个关键问题的解决</a:t>
            </a:r>
            <a:endParaRPr sz="1350">
              <a:solidFill>
                <a:srgbClr val="FDF5F3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0"/>
            </p:custDataLst>
          </p:nvPr>
        </p:nvSpPr>
        <p:spPr>
          <a:xfrm>
            <a:off x="732726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60 w 3249"/>
              <a:gd name="p0y0" fmla="*/ 0 h 5085"/>
              <a:gd name="p0x1" fmla="*/ 3189 w 3249"/>
              <a:gd name="p0y1" fmla="*/ 0 h 5085"/>
              <a:gd name="p0x2" fmla="*/ 3222 w 3249"/>
              <a:gd name="p0y2" fmla="*/ 0 h 5085"/>
              <a:gd name="p0x3" fmla="*/ 3249 w 3249"/>
              <a:gd name="p0y3" fmla="*/ 26 h 5085"/>
              <a:gd name="p0x4" fmla="*/ 3249 w 3249"/>
              <a:gd name="p0y4" fmla="*/ 60 h 5085"/>
              <a:gd name="p0x5" fmla="*/ 3249 w 3249"/>
              <a:gd name="p0y5" fmla="*/ 5025 h 5085"/>
              <a:gd name="p0x6" fmla="*/ 3249 w 3249"/>
              <a:gd name="p0y6" fmla="*/ 5058 h 5085"/>
              <a:gd name="p0x7" fmla="*/ 3222 w 3249"/>
              <a:gd name="p0y7" fmla="*/ 5085 h 5085"/>
              <a:gd name="p0x8" fmla="*/ 3189 w 3249"/>
              <a:gd name="p0y8" fmla="*/ 5085 h 5085"/>
              <a:gd name="p0x9" fmla="*/ 60 w 3249"/>
              <a:gd name="p0y9" fmla="*/ 5085 h 5085"/>
              <a:gd name="p0x10" fmla="*/ 26 w 3249"/>
              <a:gd name="p0y10" fmla="*/ 5085 h 5085"/>
              <a:gd name="p0x11" fmla="*/ 0 w 3249"/>
              <a:gd name="p0y11" fmla="*/ 5058 h 5085"/>
              <a:gd name="p0x12" fmla="*/ 0 w 3249"/>
              <a:gd name="p0y12" fmla="*/ 5025 h 5085"/>
              <a:gd name="p0x13" fmla="*/ 0 w 3249"/>
              <a:gd name="p0y13" fmla="*/ 60 h 5085"/>
              <a:gd name="p0x14" fmla="*/ 0 w 3249"/>
              <a:gd name="p0y14" fmla="*/ 26 h 5085"/>
              <a:gd name="p0x15" fmla="*/ 26 w 3249"/>
              <a:gd name="p0y15" fmla="*/ 0 h 5085"/>
              <a:gd name="p0x16" fmla="*/ 6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  <a:effectLst>
            <a:outerShdw blurRad="40005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1"/>
            </p:custDataLst>
          </p:nvPr>
        </p:nvSpPr>
        <p:spPr>
          <a:xfrm>
            <a:off x="7484793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E5865A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600" b="1">
              <a:solidFill>
                <a:srgbClr val="E586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>
            <p:custDataLst>
              <p:tags r:id="rId22"/>
            </p:custDataLst>
          </p:nvPr>
        </p:nvSpPr>
        <p:spPr>
          <a:xfrm>
            <a:off x="7484745" y="3790950"/>
            <a:ext cx="174879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7484793" y="3936683"/>
            <a:ext cx="174880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作品</a:t>
            </a:r>
            <a:r>
              <a:rPr sz="21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呈现</a:t>
            </a:r>
            <a:endParaRPr sz="21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7484793" y="4310539"/>
            <a:ext cx="18860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玩法、关卡与视听流程</a:t>
            </a:r>
            <a:endParaRPr sz="1350">
              <a:solidFill>
                <a:srgbClr val="FDF5F3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5"/>
            </p:custDataLst>
          </p:nvPr>
        </p:nvSpPr>
        <p:spPr>
          <a:xfrm>
            <a:off x="959040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60 w 3249"/>
              <a:gd name="p0y0" fmla="*/ 0 h 5085"/>
              <a:gd name="p0x1" fmla="*/ 3189 w 3249"/>
              <a:gd name="p0y1" fmla="*/ 0 h 5085"/>
              <a:gd name="p0x2" fmla="*/ 3222 w 3249"/>
              <a:gd name="p0y2" fmla="*/ 0 h 5085"/>
              <a:gd name="p0x3" fmla="*/ 3249 w 3249"/>
              <a:gd name="p0y3" fmla="*/ 26 h 5085"/>
              <a:gd name="p0x4" fmla="*/ 3249 w 3249"/>
              <a:gd name="p0y4" fmla="*/ 60 h 5085"/>
              <a:gd name="p0x5" fmla="*/ 3249 w 3249"/>
              <a:gd name="p0y5" fmla="*/ 5025 h 5085"/>
              <a:gd name="p0x6" fmla="*/ 3249 w 3249"/>
              <a:gd name="p0y6" fmla="*/ 5058 h 5085"/>
              <a:gd name="p0x7" fmla="*/ 3222 w 3249"/>
              <a:gd name="p0y7" fmla="*/ 5085 h 5085"/>
              <a:gd name="p0x8" fmla="*/ 3189 w 3249"/>
              <a:gd name="p0y8" fmla="*/ 5085 h 5085"/>
              <a:gd name="p0x9" fmla="*/ 60 w 3249"/>
              <a:gd name="p0y9" fmla="*/ 5085 h 5085"/>
              <a:gd name="p0x10" fmla="*/ 26 w 3249"/>
              <a:gd name="p0y10" fmla="*/ 5085 h 5085"/>
              <a:gd name="p0x11" fmla="*/ 0 w 3249"/>
              <a:gd name="p0y11" fmla="*/ 5058 h 5085"/>
              <a:gd name="p0x12" fmla="*/ 0 w 3249"/>
              <a:gd name="p0y12" fmla="*/ 5025 h 5085"/>
              <a:gd name="p0x13" fmla="*/ 0 w 3249"/>
              <a:gd name="p0y13" fmla="*/ 60 h 5085"/>
              <a:gd name="p0x14" fmla="*/ 0 w 3249"/>
              <a:gd name="p0y14" fmla="*/ 26 h 5085"/>
              <a:gd name="p0x15" fmla="*/ 26 w 3249"/>
              <a:gd name="p0y15" fmla="*/ 0 h 5085"/>
              <a:gd name="p0x16" fmla="*/ 6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  <a:effectLst>
            <a:outerShdw blurRad="40005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6"/>
            </p:custDataLst>
          </p:nvPr>
        </p:nvSpPr>
        <p:spPr>
          <a:xfrm>
            <a:off x="9747942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E5865A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3600" b="1">
              <a:solidFill>
                <a:srgbClr val="E586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>
            <p:custDataLst>
              <p:tags r:id="rId27"/>
            </p:custDataLst>
          </p:nvPr>
        </p:nvSpPr>
        <p:spPr>
          <a:xfrm>
            <a:off x="9747885" y="3790950"/>
            <a:ext cx="174879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28"/>
            </p:custDataLst>
          </p:nvPr>
        </p:nvSpPr>
        <p:spPr>
          <a:xfrm>
            <a:off x="9747942" y="3936683"/>
            <a:ext cx="174880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与己</a:t>
            </a:r>
            <a:r>
              <a:rPr sz="21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和解</a:t>
            </a:r>
            <a:endParaRPr sz="21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29"/>
            </p:custDataLst>
          </p:nvPr>
        </p:nvSpPr>
        <p:spPr>
          <a:xfrm>
            <a:off x="9747942" y="4310539"/>
            <a:ext cx="18860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下一步规划与课程心得</a:t>
            </a:r>
            <a:endParaRPr sz="1350">
              <a:solidFill>
                <a:srgbClr val="FDF5F3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5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光影同源</a:t>
            </a:r>
            <a:endParaRPr lang="zh-CN" altLang="en-US"/>
          </a:p>
        </p:txBody>
      </p:sp>
      <p:sp>
        <p:nvSpPr>
          <p:cNvPr id="3" name="文本占位符 10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渊底醒来</a:t>
            </a:r>
            <a:endParaRPr sz="30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从「光与影本为一体」出发，讲述一场与自己和好的旅途</a:t>
            </a:r>
            <a:endParaRPr sz="1500">
              <a:solidFill>
                <a:srgbClr val="FDF5F3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 descr="f8dd020d-a82a-11f1-becc-92ee734f017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16" r="25"/>
          <a:stretch>
            <a:fillRect/>
          </a:stretch>
        </p:blipFill>
        <p:spPr>
          <a:xfrm>
            <a:off x="571500" y="1447807"/>
            <a:ext cx="7007860" cy="502918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036" h="7920">
                <a:moveTo>
                  <a:pt x="120" y="0"/>
                </a:moveTo>
                <a:lnTo>
                  <a:pt x="10916" y="0"/>
                </a:lnTo>
                <a:cubicBezTo>
                  <a:pt x="10982" y="0"/>
                  <a:pt x="11036" y="54"/>
                  <a:pt x="11036" y="120"/>
                </a:cubicBezTo>
                <a:lnTo>
                  <a:pt x="11036" y="7800"/>
                </a:lnTo>
                <a:cubicBezTo>
                  <a:pt x="11036" y="7866"/>
                  <a:pt x="10982" y="7920"/>
                  <a:pt x="10916" y="7920"/>
                </a:cubicBezTo>
                <a:lnTo>
                  <a:pt x="120" y="7920"/>
                </a:lnTo>
                <a:cubicBezTo>
                  <a:pt x="54" y="7920"/>
                  <a:pt x="0" y="7866"/>
                  <a:pt x="0" y="780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7851140" y="1452245"/>
            <a:ext cx="3764280" cy="5019675"/>
          </a:xfrm>
          <a:custGeom>
            <a:avLst/>
            <a:gdLst>
              <a:gd name="sw" fmla="*/ 1 w 5927"/>
              <a:gd name="sh" fmla="*/ 1 h 7905"/>
              <a:gd name="mins" fmla="min sw sh"/>
              <a:gd name="dsw" fmla="+- 0 sw mins"/>
              <a:gd name="dsh" fmla="+- 0 sh mins"/>
              <a:gd name="p0x0" fmla="*/ 60 w 5927"/>
              <a:gd name="p0y0" fmla="*/ 0 h 7905"/>
              <a:gd name="p0x1" fmla="*/ 5867 w 5927"/>
              <a:gd name="p0y1" fmla="*/ 0 h 7905"/>
              <a:gd name="p0x2" fmla="*/ 5901 w 5927"/>
              <a:gd name="p0y2" fmla="*/ 0 h 7905"/>
              <a:gd name="p0x3" fmla="*/ 5927 w 5927"/>
              <a:gd name="p0y3" fmla="*/ 26 h 7905"/>
              <a:gd name="p0x4" fmla="*/ 5927 w 5927"/>
              <a:gd name="p0y4" fmla="*/ 60 h 7905"/>
              <a:gd name="p0x5" fmla="*/ 5927 w 5927"/>
              <a:gd name="p0y5" fmla="*/ 7845 h 7905"/>
              <a:gd name="p0x6" fmla="*/ 5927 w 5927"/>
              <a:gd name="p0y6" fmla="*/ 7878 h 7905"/>
              <a:gd name="p0x7" fmla="*/ 5901 w 5927"/>
              <a:gd name="p0y7" fmla="*/ 7905 h 7905"/>
              <a:gd name="p0x8" fmla="*/ 5867 w 5927"/>
              <a:gd name="p0y8" fmla="*/ 7905 h 7905"/>
              <a:gd name="p0x9" fmla="*/ 60 w 5927"/>
              <a:gd name="p0y9" fmla="*/ 7905 h 7905"/>
              <a:gd name="p0x10" fmla="*/ 26 w 5927"/>
              <a:gd name="p0y10" fmla="*/ 7905 h 7905"/>
              <a:gd name="p0x11" fmla="*/ 0 w 5927"/>
              <a:gd name="p0y11" fmla="*/ 7878 h 7905"/>
              <a:gd name="p0x12" fmla="*/ 0 w 5927"/>
              <a:gd name="p0y12" fmla="*/ 7845 h 7905"/>
              <a:gd name="p0x13" fmla="*/ 0 w 5927"/>
              <a:gd name="p0y13" fmla="*/ 60 h 7905"/>
              <a:gd name="p0x14" fmla="*/ 0 w 5927"/>
              <a:gd name="p0y14" fmla="*/ 26 h 7905"/>
              <a:gd name="p0x15" fmla="*/ 26 w 5927"/>
              <a:gd name="p0y15" fmla="*/ 0 h 7905"/>
              <a:gd name="p0x16" fmla="*/ 60 w 5927"/>
              <a:gd name="p0y16" fmla="*/ 0 h 79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  <a:effectLst>
            <a:outerShdw blurRad="40005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8046085" y="1647825"/>
            <a:ext cx="637540" cy="276225"/>
          </a:xfrm>
          <a:custGeom>
            <a:avLst/>
            <a:gdLst>
              <a:gd name="sw" fmla="*/ 1 w 1003"/>
              <a:gd name="sh" fmla="*/ 1 h 435"/>
              <a:gd name="mins" fmla="min sw sh"/>
              <a:gd name="dsw" fmla="+- 0 sw mins"/>
              <a:gd name="dsh" fmla="+- 0 sh mins"/>
              <a:gd name="p0x0" fmla="*/ 217 w 1003"/>
              <a:gd name="p0y0" fmla="*/ 0 h 435"/>
              <a:gd name="p0x1" fmla="*/ 785 w 1003"/>
              <a:gd name="p0y1" fmla="*/ 0 h 435"/>
              <a:gd name="p0x2" fmla="*/ 905 w 1003"/>
              <a:gd name="p0y2" fmla="*/ 0 h 435"/>
              <a:gd name="p0x3" fmla="*/ 1003 w 1003"/>
              <a:gd name="p0y3" fmla="*/ 97 h 435"/>
              <a:gd name="p0x4" fmla="*/ 1003 w 1003"/>
              <a:gd name="p0y4" fmla="*/ 217 h 435"/>
              <a:gd name="p0x5" fmla="*/ 1003 w 1003"/>
              <a:gd name="p0y5" fmla="*/ 337 h 435"/>
              <a:gd name="p0x6" fmla="*/ 905 w 1003"/>
              <a:gd name="p0y6" fmla="*/ 435 h 435"/>
              <a:gd name="p0x7" fmla="*/ 785 w 1003"/>
              <a:gd name="p0y7" fmla="*/ 435 h 435"/>
              <a:gd name="p0x8" fmla="*/ 217 w 1003"/>
              <a:gd name="p0y8" fmla="*/ 435 h 435"/>
              <a:gd name="p0x9" fmla="*/ 97 w 1003"/>
              <a:gd name="p0y9" fmla="*/ 435 h 435"/>
              <a:gd name="p0x10" fmla="*/ 0 w 1003"/>
              <a:gd name="p0y10" fmla="*/ 337 h 435"/>
              <a:gd name="p0x11" fmla="*/ 0 w 1003"/>
              <a:gd name="p0y11" fmla="*/ 217 h 435"/>
              <a:gd name="p0x12" fmla="*/ 0 w 1003"/>
              <a:gd name="p0y12" fmla="*/ 97 h 435"/>
              <a:gd name="p0x13" fmla="*/ 97 w 1003"/>
              <a:gd name="p0y13" fmla="*/ 0 h 435"/>
              <a:gd name="p0x14" fmla="*/ 217 w 1003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8122892" y="1685925"/>
            <a:ext cx="63706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世界观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8759825" y="1647825"/>
            <a:ext cx="798195" cy="276225"/>
          </a:xfrm>
          <a:custGeom>
            <a:avLst/>
            <a:gdLst>
              <a:gd name="sw" fmla="*/ 1 w 1257"/>
              <a:gd name="sh" fmla="*/ 1 h 435"/>
              <a:gd name="mins" fmla="min sw sh"/>
              <a:gd name="dsw" fmla="+- 0 sw mins"/>
              <a:gd name="dsh" fmla="+- 0 sh mins"/>
              <a:gd name="p0x0" fmla="*/ 217 w 1257"/>
              <a:gd name="p0y0" fmla="*/ 0 h 435"/>
              <a:gd name="p0x1" fmla="*/ 1040 w 1257"/>
              <a:gd name="p0y1" fmla="*/ 0 h 435"/>
              <a:gd name="p0x2" fmla="*/ 1160 w 1257"/>
              <a:gd name="p0y2" fmla="*/ 0 h 435"/>
              <a:gd name="p0x3" fmla="*/ 1257 w 1257"/>
              <a:gd name="p0y3" fmla="*/ 97 h 435"/>
              <a:gd name="p0x4" fmla="*/ 1257 w 1257"/>
              <a:gd name="p0y4" fmla="*/ 217 h 435"/>
              <a:gd name="p0x5" fmla="*/ 1257 w 1257"/>
              <a:gd name="p0y5" fmla="*/ 337 h 435"/>
              <a:gd name="p0x6" fmla="*/ 1160 w 1257"/>
              <a:gd name="p0y6" fmla="*/ 435 h 435"/>
              <a:gd name="p0x7" fmla="*/ 1040 w 1257"/>
              <a:gd name="p0y7" fmla="*/ 435 h 435"/>
              <a:gd name="p0x8" fmla="*/ 217 w 1257"/>
              <a:gd name="p0y8" fmla="*/ 435 h 435"/>
              <a:gd name="p0x9" fmla="*/ 97 w 1257"/>
              <a:gd name="p0y9" fmla="*/ 435 h 435"/>
              <a:gd name="p0x10" fmla="*/ 0 w 1257"/>
              <a:gd name="p0y10" fmla="*/ 337 h 435"/>
              <a:gd name="p0x11" fmla="*/ 0 w 1257"/>
              <a:gd name="p0y11" fmla="*/ 217 h 435"/>
              <a:gd name="p0x12" fmla="*/ 0 w 1257"/>
              <a:gd name="p0y12" fmla="*/ 97 h 435"/>
              <a:gd name="p0x13" fmla="*/ 97 w 1257"/>
              <a:gd name="p0y13" fmla="*/ 0 h 435"/>
              <a:gd name="p0x14" fmla="*/ 217 w 1257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8836152" y="1685925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开局设定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8046692" y="2098034"/>
            <a:ext cx="33737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远古之初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8046692" y="2373306"/>
            <a:ext cx="337370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光与影</a:t>
            </a:r>
            <a:r>
              <a:rPr sz="135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本为一体</a:t>
            </a:r>
            <a:r>
              <a:rPr sz="135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，光示人，影藏心</a:t>
            </a:r>
            <a:endParaRPr sz="135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>
            <p:custDataLst>
              <p:tags r:id="rId14"/>
            </p:custDataLst>
          </p:nvPr>
        </p:nvSpPr>
        <p:spPr>
          <a:xfrm>
            <a:off x="8046085" y="2736215"/>
            <a:ext cx="3373755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8046692" y="2806008"/>
            <a:ext cx="33737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世人厌恶自己的影子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8046692" y="3081280"/>
            <a:ext cx="337370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软弱、恐惧与不甘</a:t>
            </a:r>
            <a:endParaRPr sz="135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17"/>
            </p:custDataLst>
          </p:nvPr>
        </p:nvSpPr>
        <p:spPr>
          <a:xfrm>
            <a:off x="8046085" y="3444240"/>
            <a:ext cx="3373755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8046692" y="3513982"/>
            <a:ext cx="33737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被遗弃的影子坠入大地深处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8046692" y="3789254"/>
            <a:ext cx="102885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汇成</a:t>
            </a:r>
            <a:r>
              <a:rPr sz="135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「渊」</a:t>
            </a:r>
            <a:endParaRPr sz="135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>
            <p:custDataLst>
              <p:tags r:id="rId20"/>
            </p:custDataLst>
          </p:nvPr>
        </p:nvSpPr>
        <p:spPr>
          <a:xfrm>
            <a:off x="8046085" y="4152265"/>
            <a:ext cx="3373755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8046692" y="4221956"/>
            <a:ext cx="33737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玩家是渊中一颗微弱光球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8046692" y="4497229"/>
            <a:ext cx="337370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醒来已忘却一切</a:t>
            </a:r>
            <a:endParaRPr sz="135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>
            <p:custDataLst>
              <p:tags r:id="rId23"/>
            </p:custDataLst>
          </p:nvPr>
        </p:nvSpPr>
        <p:spPr>
          <a:xfrm>
            <a:off x="8046085" y="4860290"/>
            <a:ext cx="3373755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8046692" y="4929930"/>
            <a:ext cx="33737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唯有一事诡异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8046692" y="5205203"/>
            <a:ext cx="154320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影子似乎</a:t>
            </a:r>
            <a:r>
              <a:rPr sz="135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比他先醒</a:t>
            </a:r>
            <a:endParaRPr sz="135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>
            <p:custDataLst>
              <p:tags r:id="rId26"/>
            </p:custDataLst>
          </p:nvPr>
        </p:nvSpPr>
        <p:spPr>
          <a:xfrm>
            <a:off x="8046085" y="5568315"/>
            <a:ext cx="3373755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8046692" y="5637905"/>
            <a:ext cx="337370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它不恨你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8046692" y="5913177"/>
            <a:ext cx="337370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它只是在等你</a:t>
            </a:r>
            <a:endParaRPr sz="135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 descr="playerLight 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54430" y="1137920"/>
            <a:ext cx="5600065" cy="56000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五关递进</a:t>
            </a:r>
            <a:endParaRPr sz="30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33400" y="862013"/>
            <a:ext cx="111252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关卡就是情感弧线。第一关影子只为你指路，第二关墙上第一次出现</a:t>
            </a:r>
            <a:r>
              <a:rPr lang="en-US" altLang="zh-CN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我与我周旋久</a:t>
            </a:r>
            <a:r>
              <a:rPr lang="en-US" altLang="zh-CN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的标语，第三关狐妖试探时影子不插手、只是等你，第四关壁画揭底</a:t>
            </a:r>
            <a:r>
              <a:rPr lang="en-US" altLang="zh-CN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是玩家亲手丢掉了影子，最后第五关和解、出渊。如果全程没跳过对白，会触发隐藏结局。</a:t>
            </a:r>
            <a:endParaRPr lang="zh-CN" altLang="en-US" sz="1500">
              <a:solidFill>
                <a:srgbClr val="FDF5F3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571500" y="1752600"/>
            <a:ext cx="11049000" cy="808990"/>
          </a:xfrm>
          <a:custGeom>
            <a:avLst/>
            <a:gdLst>
              <a:gd name="sw" fmla="*/ 1 w 17400"/>
              <a:gd name="sh" fmla="*/ 1 h 1274"/>
              <a:gd name="mins" fmla="min sw sh"/>
              <a:gd name="dsw" fmla="+- 0 sw mins"/>
              <a:gd name="dsh" fmla="+- 0 sh mins"/>
              <a:gd name="p0x0" fmla="*/ 60 w 17400"/>
              <a:gd name="p0y0" fmla="*/ 0 h 1274"/>
              <a:gd name="p0x1" fmla="*/ 17340 w 17400"/>
              <a:gd name="p0y1" fmla="*/ 0 h 1274"/>
              <a:gd name="p0x2" fmla="*/ 17373 w 17400"/>
              <a:gd name="p0y2" fmla="*/ 0 h 1274"/>
              <a:gd name="p0x3" fmla="*/ 17400 w 17400"/>
              <a:gd name="p0y3" fmla="*/ 26 h 1274"/>
              <a:gd name="p0x4" fmla="*/ 17400 w 17400"/>
              <a:gd name="p0y4" fmla="*/ 60 h 1274"/>
              <a:gd name="p0x5" fmla="*/ 17400 w 17400"/>
              <a:gd name="p0y5" fmla="*/ 1214 h 1274"/>
              <a:gd name="p0x6" fmla="*/ 17400 w 17400"/>
              <a:gd name="p0y6" fmla="*/ 1247 h 1274"/>
              <a:gd name="p0x7" fmla="*/ 17373 w 17400"/>
              <a:gd name="p0y7" fmla="*/ 1274 h 1274"/>
              <a:gd name="p0x8" fmla="*/ 17340 w 17400"/>
              <a:gd name="p0y8" fmla="*/ 1274 h 1274"/>
              <a:gd name="p0x9" fmla="*/ 60 w 17400"/>
              <a:gd name="p0y9" fmla="*/ 1274 h 1274"/>
              <a:gd name="p0x10" fmla="*/ 26 w 17400"/>
              <a:gd name="p0y10" fmla="*/ 1274 h 1274"/>
              <a:gd name="p0x11" fmla="*/ 0 w 17400"/>
              <a:gd name="p0y11" fmla="*/ 1247 h 1274"/>
              <a:gd name="p0x12" fmla="*/ 0 w 17400"/>
              <a:gd name="p0y12" fmla="*/ 1214 h 1274"/>
              <a:gd name="p0x13" fmla="*/ 0 w 17400"/>
              <a:gd name="p0y13" fmla="*/ 60 h 1274"/>
              <a:gd name="p0x14" fmla="*/ 0 w 17400"/>
              <a:gd name="p0y14" fmla="*/ 26 h 1274"/>
              <a:gd name="p0x15" fmla="*/ 26 w 17400"/>
              <a:gd name="p0y15" fmla="*/ 0 h 1274"/>
              <a:gd name="p0x16" fmla="*/ 60 w 17400"/>
              <a:gd name="p0y16" fmla="*/ 0 h 12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723900" y="2017176"/>
            <a:ext cx="6000826" cy="280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350" i="1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影子从未离开，它只是等你自己走完这五关</a:t>
            </a:r>
            <a:r>
              <a:rPr lang="en-US" altLang="zh-CN" sz="1350" i="1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350" i="1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逐层放下，才敢和解出渊。</a:t>
            </a:r>
            <a:endParaRPr lang="zh-CN" altLang="en-US" sz="1350" i="1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657225" y="4633595"/>
            <a:ext cx="10877550" cy="9525"/>
          </a:xfrm>
          <a:prstGeom prst="rect">
            <a:avLst/>
          </a:pr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771525" y="3499380"/>
            <a:ext cx="2000250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 spc="72">
                <a:solidFill>
                  <a:srgbClr val="FDF5F3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第一关</a:t>
            </a:r>
            <a:endParaRPr sz="1200" b="1" spc="72">
              <a:solidFill>
                <a:srgbClr val="FDF5F3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771525" y="3702263"/>
            <a:ext cx="20002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</a:t>
            </a:r>
            <a:r>
              <a:rPr lang="zh-CN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初入林间</a:t>
            </a:r>
            <a:endParaRPr lang="zh-CN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771525" y="4020398"/>
            <a:ext cx="1981352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灯笼将熄，影子</a:t>
            </a:r>
            <a:r>
              <a:rPr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第一次出现只为指路</a:t>
            </a:r>
            <a:endParaRPr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657225" y="3507740"/>
            <a:ext cx="8890" cy="1125220"/>
            <a:chOff x="1035" y="5524"/>
            <a:chExt cx="14" cy="1772"/>
          </a:xfrm>
        </p:grpSpPr>
        <p:sp>
          <p:nvSpPr>
            <p:cNvPr id="9" name="任意多边形 8"/>
            <p:cNvSpPr/>
            <p:nvPr>
              <p:custDataLst>
                <p:tags r:id="rId11"/>
              </p:custDataLst>
            </p:nvPr>
          </p:nvSpPr>
          <p:spPr>
            <a:xfrm>
              <a:off x="1035" y="5524"/>
              <a:ext cx="15" cy="1773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0 h 1772"/>
                <a:gd name="p0x1" fmla="*/ 15 w 15"/>
                <a:gd name="p0y1" fmla="*/ 0 h 1772"/>
                <a:gd name="p0x2" fmla="*/ 15 w 15"/>
                <a:gd name="p0y2" fmla="*/ 1772 h 1772"/>
                <a:gd name="p0x3" fmla="*/ 0 w 15"/>
                <a:gd name="p0y3" fmla="*/ 1772 h 1772"/>
                <a:gd name="p0x4" fmla="*/ 0 w 15"/>
                <a:gd name="p0y4" fmla="*/ 0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12"/>
              </p:custDataLst>
            </p:nvPr>
          </p:nvSpPr>
          <p:spPr>
            <a:xfrm>
              <a:off x="1035" y="5524"/>
              <a:ext cx="15" cy="1773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1772 h 1772"/>
                <a:gd name="p0x1" fmla="*/ 0 w 15"/>
                <a:gd name="p0y1" fmla="*/ 1771 h 1772"/>
                <a:gd name="p0x2" fmla="*/ 15 w 15"/>
                <a:gd name="p0y2" fmla="*/ 1771 h 1772"/>
                <a:gd name="p0x3" fmla="*/ 15 w 15"/>
                <a:gd name="p0y3" fmla="*/ 1772 h 1772"/>
                <a:gd name="p0x4" fmla="*/ 0 w 15"/>
                <a:gd name="p0y4" fmla="*/ 1772 h 1772"/>
                <a:gd name="p0x5" fmla="*/ 0 w 15"/>
                <a:gd name="p0y5" fmla="*/ 1756 h 1772"/>
                <a:gd name="p0x6" fmla="*/ 0 w 15"/>
                <a:gd name="p0y6" fmla="*/ 1726 h 1772"/>
                <a:gd name="p0x7" fmla="*/ 15 w 15"/>
                <a:gd name="p0y7" fmla="*/ 1726 h 1772"/>
                <a:gd name="p0x8" fmla="*/ 15 w 15"/>
                <a:gd name="p0y8" fmla="*/ 1756 h 1772"/>
                <a:gd name="p0x9" fmla="*/ 0 w 15"/>
                <a:gd name="p0y9" fmla="*/ 1756 h 1772"/>
                <a:gd name="p0x10" fmla="*/ 0 w 15"/>
                <a:gd name="p0y10" fmla="*/ 1711 h 1772"/>
                <a:gd name="p0x11" fmla="*/ 0 w 15"/>
                <a:gd name="p0y11" fmla="*/ 1681 h 1772"/>
                <a:gd name="p0x12" fmla="*/ 15 w 15"/>
                <a:gd name="p0y12" fmla="*/ 1681 h 1772"/>
                <a:gd name="p0x13" fmla="*/ 15 w 15"/>
                <a:gd name="p0y13" fmla="*/ 1711 h 1772"/>
                <a:gd name="p0x14" fmla="*/ 0 w 15"/>
                <a:gd name="p0y14" fmla="*/ 1711 h 1772"/>
                <a:gd name="p0x15" fmla="*/ 0 w 15"/>
                <a:gd name="p0y15" fmla="*/ 1666 h 1772"/>
                <a:gd name="p0x16" fmla="*/ 0 w 15"/>
                <a:gd name="p0y16" fmla="*/ 1636 h 1772"/>
                <a:gd name="p0x17" fmla="*/ 15 w 15"/>
                <a:gd name="p0y17" fmla="*/ 1636 h 1772"/>
                <a:gd name="p0x18" fmla="*/ 15 w 15"/>
                <a:gd name="p0y18" fmla="*/ 1666 h 1772"/>
                <a:gd name="p0x19" fmla="*/ 0 w 15"/>
                <a:gd name="p0y19" fmla="*/ 1666 h 1772"/>
                <a:gd name="p0x20" fmla="*/ 0 w 15"/>
                <a:gd name="p0y20" fmla="*/ 1621 h 1772"/>
                <a:gd name="p0x21" fmla="*/ 0 w 15"/>
                <a:gd name="p0y21" fmla="*/ 1591 h 1772"/>
                <a:gd name="p0x22" fmla="*/ 15 w 15"/>
                <a:gd name="p0y22" fmla="*/ 1591 h 1772"/>
                <a:gd name="p0x23" fmla="*/ 15 w 15"/>
                <a:gd name="p0y23" fmla="*/ 1621 h 1772"/>
                <a:gd name="p0x24" fmla="*/ 0 w 15"/>
                <a:gd name="p0y24" fmla="*/ 1621 h 1772"/>
                <a:gd name="p0x25" fmla="*/ 0 w 15"/>
                <a:gd name="p0y25" fmla="*/ 1576 h 1772"/>
                <a:gd name="p0x26" fmla="*/ 0 w 15"/>
                <a:gd name="p0y26" fmla="*/ 1546 h 1772"/>
                <a:gd name="p0x27" fmla="*/ 15 w 15"/>
                <a:gd name="p0y27" fmla="*/ 1546 h 1772"/>
                <a:gd name="p0x28" fmla="*/ 15 w 15"/>
                <a:gd name="p0y28" fmla="*/ 1576 h 1772"/>
                <a:gd name="p0x29" fmla="*/ 0 w 15"/>
                <a:gd name="p0y29" fmla="*/ 1576 h 1772"/>
                <a:gd name="p0x30" fmla="*/ 0 w 15"/>
                <a:gd name="p0y30" fmla="*/ 1531 h 1772"/>
                <a:gd name="p0x31" fmla="*/ 0 w 15"/>
                <a:gd name="p0y31" fmla="*/ 1501 h 1772"/>
                <a:gd name="p0x32" fmla="*/ 15 w 15"/>
                <a:gd name="p0y32" fmla="*/ 1501 h 1772"/>
                <a:gd name="p0x33" fmla="*/ 15 w 15"/>
                <a:gd name="p0y33" fmla="*/ 1531 h 1772"/>
                <a:gd name="p0x34" fmla="*/ 0 w 15"/>
                <a:gd name="p0y34" fmla="*/ 1531 h 1772"/>
                <a:gd name="p0x35" fmla="*/ 0 w 15"/>
                <a:gd name="p0y35" fmla="*/ 1486 h 1772"/>
                <a:gd name="p0x36" fmla="*/ 0 w 15"/>
                <a:gd name="p0y36" fmla="*/ 1456 h 1772"/>
                <a:gd name="p0x37" fmla="*/ 15 w 15"/>
                <a:gd name="p0y37" fmla="*/ 1456 h 1772"/>
                <a:gd name="p0x38" fmla="*/ 15 w 15"/>
                <a:gd name="p0y38" fmla="*/ 1486 h 1772"/>
                <a:gd name="p0x39" fmla="*/ 0 w 15"/>
                <a:gd name="p0y39" fmla="*/ 1486 h 1772"/>
                <a:gd name="p0x40" fmla="*/ 0 w 15"/>
                <a:gd name="p0y40" fmla="*/ 1441 h 1772"/>
                <a:gd name="p0x41" fmla="*/ 0 w 15"/>
                <a:gd name="p0y41" fmla="*/ 1411 h 1772"/>
                <a:gd name="p0x42" fmla="*/ 15 w 15"/>
                <a:gd name="p0y42" fmla="*/ 1411 h 1772"/>
                <a:gd name="p0x43" fmla="*/ 15 w 15"/>
                <a:gd name="p0y43" fmla="*/ 1441 h 1772"/>
                <a:gd name="p0x44" fmla="*/ 0 w 15"/>
                <a:gd name="p0y44" fmla="*/ 1441 h 1772"/>
                <a:gd name="p0x45" fmla="*/ 0 w 15"/>
                <a:gd name="p0y45" fmla="*/ 1396 h 1772"/>
                <a:gd name="p0x46" fmla="*/ 0 w 15"/>
                <a:gd name="p0y46" fmla="*/ 1366 h 1772"/>
                <a:gd name="p0x47" fmla="*/ 15 w 15"/>
                <a:gd name="p0y47" fmla="*/ 1366 h 1772"/>
                <a:gd name="p0x48" fmla="*/ 15 w 15"/>
                <a:gd name="p0y48" fmla="*/ 1396 h 1772"/>
                <a:gd name="p0x49" fmla="*/ 0 w 15"/>
                <a:gd name="p0y49" fmla="*/ 1396 h 1772"/>
                <a:gd name="p0x50" fmla="*/ 0 w 15"/>
                <a:gd name="p0y50" fmla="*/ 1351 h 1772"/>
                <a:gd name="p0x51" fmla="*/ 0 w 15"/>
                <a:gd name="p0y51" fmla="*/ 1321 h 1772"/>
                <a:gd name="p0x52" fmla="*/ 15 w 15"/>
                <a:gd name="p0y52" fmla="*/ 1321 h 1772"/>
                <a:gd name="p0x53" fmla="*/ 15 w 15"/>
                <a:gd name="p0y53" fmla="*/ 1351 h 1772"/>
                <a:gd name="p0x54" fmla="*/ 0 w 15"/>
                <a:gd name="p0y54" fmla="*/ 1351 h 1772"/>
                <a:gd name="p0x55" fmla="*/ 0 w 15"/>
                <a:gd name="p0y55" fmla="*/ 1306 h 1772"/>
                <a:gd name="p0x56" fmla="*/ 0 w 15"/>
                <a:gd name="p0y56" fmla="*/ 1276 h 1772"/>
                <a:gd name="p0x57" fmla="*/ 15 w 15"/>
                <a:gd name="p0y57" fmla="*/ 1276 h 1772"/>
                <a:gd name="p0x58" fmla="*/ 15 w 15"/>
                <a:gd name="p0y58" fmla="*/ 1306 h 1772"/>
                <a:gd name="p0x59" fmla="*/ 0 w 15"/>
                <a:gd name="p0y59" fmla="*/ 1306 h 1772"/>
                <a:gd name="p0x60" fmla="*/ 0 w 15"/>
                <a:gd name="p0y60" fmla="*/ 1261 h 1772"/>
                <a:gd name="p0x61" fmla="*/ 0 w 15"/>
                <a:gd name="p0y61" fmla="*/ 1231 h 1772"/>
                <a:gd name="p0x62" fmla="*/ 15 w 15"/>
                <a:gd name="p0y62" fmla="*/ 1231 h 1772"/>
                <a:gd name="p0x63" fmla="*/ 15 w 15"/>
                <a:gd name="p0y63" fmla="*/ 1261 h 1772"/>
                <a:gd name="p0x64" fmla="*/ 0 w 15"/>
                <a:gd name="p0y64" fmla="*/ 1261 h 1772"/>
                <a:gd name="p0x65" fmla="*/ 0 w 15"/>
                <a:gd name="p0y65" fmla="*/ 1216 h 1772"/>
                <a:gd name="p0x66" fmla="*/ 0 w 15"/>
                <a:gd name="p0y66" fmla="*/ 1186 h 1772"/>
                <a:gd name="p0x67" fmla="*/ 15 w 15"/>
                <a:gd name="p0y67" fmla="*/ 1186 h 1772"/>
                <a:gd name="p0x68" fmla="*/ 15 w 15"/>
                <a:gd name="p0y68" fmla="*/ 1216 h 1772"/>
                <a:gd name="p0x69" fmla="*/ 0 w 15"/>
                <a:gd name="p0y69" fmla="*/ 1216 h 1772"/>
                <a:gd name="p0x70" fmla="*/ 0 w 15"/>
                <a:gd name="p0y70" fmla="*/ 1171 h 1772"/>
                <a:gd name="p0x71" fmla="*/ 0 w 15"/>
                <a:gd name="p0y71" fmla="*/ 1141 h 1772"/>
                <a:gd name="p0x72" fmla="*/ 15 w 15"/>
                <a:gd name="p0y72" fmla="*/ 1141 h 1772"/>
                <a:gd name="p0x73" fmla="*/ 15 w 15"/>
                <a:gd name="p0y73" fmla="*/ 1171 h 1772"/>
                <a:gd name="p0x74" fmla="*/ 0 w 15"/>
                <a:gd name="p0y74" fmla="*/ 1171 h 1772"/>
                <a:gd name="p0x75" fmla="*/ 0 w 15"/>
                <a:gd name="p0y75" fmla="*/ 1126 h 1772"/>
                <a:gd name="p0x76" fmla="*/ 0 w 15"/>
                <a:gd name="p0y76" fmla="*/ 1096 h 1772"/>
                <a:gd name="p0x77" fmla="*/ 15 w 15"/>
                <a:gd name="p0y77" fmla="*/ 1096 h 1772"/>
                <a:gd name="p0x78" fmla="*/ 15 w 15"/>
                <a:gd name="p0y78" fmla="*/ 1126 h 1772"/>
                <a:gd name="p0x79" fmla="*/ 0 w 15"/>
                <a:gd name="p0y79" fmla="*/ 1126 h 1772"/>
                <a:gd name="p0x80" fmla="*/ 0 w 15"/>
                <a:gd name="p0y80" fmla="*/ 1081 h 1772"/>
                <a:gd name="p0x81" fmla="*/ 0 w 15"/>
                <a:gd name="p0y81" fmla="*/ 1051 h 1772"/>
                <a:gd name="p0x82" fmla="*/ 15 w 15"/>
                <a:gd name="p0y82" fmla="*/ 1051 h 1772"/>
                <a:gd name="p0x83" fmla="*/ 15 w 15"/>
                <a:gd name="p0y83" fmla="*/ 1081 h 1772"/>
                <a:gd name="p0x84" fmla="*/ 0 w 15"/>
                <a:gd name="p0y84" fmla="*/ 1081 h 1772"/>
                <a:gd name="p0x85" fmla="*/ 0 w 15"/>
                <a:gd name="p0y85" fmla="*/ 1036 h 1772"/>
                <a:gd name="p0x86" fmla="*/ 0 w 15"/>
                <a:gd name="p0y86" fmla="*/ 1006 h 1772"/>
                <a:gd name="p0x87" fmla="*/ 15 w 15"/>
                <a:gd name="p0y87" fmla="*/ 1006 h 1772"/>
                <a:gd name="p0x88" fmla="*/ 15 w 15"/>
                <a:gd name="p0y88" fmla="*/ 1036 h 1772"/>
                <a:gd name="p0x89" fmla="*/ 0 w 15"/>
                <a:gd name="p0y89" fmla="*/ 1036 h 1772"/>
                <a:gd name="p0x90" fmla="*/ 0 w 15"/>
                <a:gd name="p0y90" fmla="*/ 991 h 1772"/>
                <a:gd name="p0x91" fmla="*/ 0 w 15"/>
                <a:gd name="p0y91" fmla="*/ 961 h 1772"/>
                <a:gd name="p0x92" fmla="*/ 15 w 15"/>
                <a:gd name="p0y92" fmla="*/ 961 h 1772"/>
                <a:gd name="p0x93" fmla="*/ 15 w 15"/>
                <a:gd name="p0y93" fmla="*/ 991 h 1772"/>
                <a:gd name="p0x94" fmla="*/ 0 w 15"/>
                <a:gd name="p0y94" fmla="*/ 991 h 1772"/>
                <a:gd name="p0x95" fmla="*/ 0 w 15"/>
                <a:gd name="p0y95" fmla="*/ 946 h 1772"/>
                <a:gd name="p0x96" fmla="*/ 0 w 15"/>
                <a:gd name="p0y96" fmla="*/ 916 h 1772"/>
                <a:gd name="p0x97" fmla="*/ 15 w 15"/>
                <a:gd name="p0y97" fmla="*/ 916 h 1772"/>
                <a:gd name="p0x98" fmla="*/ 15 w 15"/>
                <a:gd name="p0y98" fmla="*/ 946 h 1772"/>
                <a:gd name="p0x99" fmla="*/ 0 w 15"/>
                <a:gd name="p0y99" fmla="*/ 946 h 1772"/>
                <a:gd name="p0x100" fmla="*/ 0 w 15"/>
                <a:gd name="p0y100" fmla="*/ 901 h 1772"/>
                <a:gd name="p0x101" fmla="*/ 0 w 15"/>
                <a:gd name="p0y101" fmla="*/ 871 h 1772"/>
                <a:gd name="p0x102" fmla="*/ 15 w 15"/>
                <a:gd name="p0y102" fmla="*/ 871 h 1772"/>
                <a:gd name="p0x103" fmla="*/ 15 w 15"/>
                <a:gd name="p0y103" fmla="*/ 901 h 1772"/>
                <a:gd name="p0x104" fmla="*/ 0 w 15"/>
                <a:gd name="p0y104" fmla="*/ 901 h 1772"/>
                <a:gd name="p0x105" fmla="*/ 0 w 15"/>
                <a:gd name="p0y105" fmla="*/ 856 h 1772"/>
                <a:gd name="p0x106" fmla="*/ 0 w 15"/>
                <a:gd name="p0y106" fmla="*/ 826 h 1772"/>
                <a:gd name="p0x107" fmla="*/ 15 w 15"/>
                <a:gd name="p0y107" fmla="*/ 826 h 1772"/>
                <a:gd name="p0x108" fmla="*/ 15 w 15"/>
                <a:gd name="p0y108" fmla="*/ 856 h 1772"/>
                <a:gd name="p0x109" fmla="*/ 0 w 15"/>
                <a:gd name="p0y109" fmla="*/ 856 h 1772"/>
                <a:gd name="p0x110" fmla="*/ 0 w 15"/>
                <a:gd name="p0y110" fmla="*/ 811 h 1772"/>
                <a:gd name="p0x111" fmla="*/ 0 w 15"/>
                <a:gd name="p0y111" fmla="*/ 781 h 1772"/>
                <a:gd name="p0x112" fmla="*/ 15 w 15"/>
                <a:gd name="p0y112" fmla="*/ 781 h 1772"/>
                <a:gd name="p0x113" fmla="*/ 15 w 15"/>
                <a:gd name="p0y113" fmla="*/ 811 h 1772"/>
                <a:gd name="p0x114" fmla="*/ 0 w 15"/>
                <a:gd name="p0y114" fmla="*/ 811 h 1772"/>
                <a:gd name="p0x115" fmla="*/ 0 w 15"/>
                <a:gd name="p0y115" fmla="*/ 766 h 1772"/>
                <a:gd name="p0x116" fmla="*/ 0 w 15"/>
                <a:gd name="p0y116" fmla="*/ 736 h 1772"/>
                <a:gd name="p0x117" fmla="*/ 15 w 15"/>
                <a:gd name="p0y117" fmla="*/ 736 h 1772"/>
                <a:gd name="p0x118" fmla="*/ 15 w 15"/>
                <a:gd name="p0y118" fmla="*/ 766 h 1772"/>
                <a:gd name="p0x119" fmla="*/ 0 w 15"/>
                <a:gd name="p0y119" fmla="*/ 766 h 1772"/>
                <a:gd name="p0x120" fmla="*/ 0 w 15"/>
                <a:gd name="p0y120" fmla="*/ 721 h 1772"/>
                <a:gd name="p0x121" fmla="*/ 0 w 15"/>
                <a:gd name="p0y121" fmla="*/ 691 h 1772"/>
                <a:gd name="p0x122" fmla="*/ 15 w 15"/>
                <a:gd name="p0y122" fmla="*/ 691 h 1772"/>
                <a:gd name="p0x123" fmla="*/ 15 w 15"/>
                <a:gd name="p0y123" fmla="*/ 721 h 1772"/>
                <a:gd name="p0x124" fmla="*/ 0 w 15"/>
                <a:gd name="p0y124" fmla="*/ 721 h 1772"/>
                <a:gd name="p0x125" fmla="*/ 0 w 15"/>
                <a:gd name="p0y125" fmla="*/ 676 h 1772"/>
                <a:gd name="p0x126" fmla="*/ 0 w 15"/>
                <a:gd name="p0y126" fmla="*/ 646 h 1772"/>
                <a:gd name="p0x127" fmla="*/ 15 w 15"/>
                <a:gd name="p0y127" fmla="*/ 646 h 1772"/>
                <a:gd name="p0x128" fmla="*/ 15 w 15"/>
                <a:gd name="p0y128" fmla="*/ 676 h 1772"/>
                <a:gd name="p0x129" fmla="*/ 0 w 15"/>
                <a:gd name="p0y129" fmla="*/ 676 h 1772"/>
                <a:gd name="p0x130" fmla="*/ 0 w 15"/>
                <a:gd name="p0y130" fmla="*/ 631 h 1772"/>
                <a:gd name="p0x131" fmla="*/ 0 w 15"/>
                <a:gd name="p0y131" fmla="*/ 601 h 1772"/>
                <a:gd name="p0x132" fmla="*/ 15 w 15"/>
                <a:gd name="p0y132" fmla="*/ 601 h 1772"/>
                <a:gd name="p0x133" fmla="*/ 15 w 15"/>
                <a:gd name="p0y133" fmla="*/ 631 h 1772"/>
                <a:gd name="p0x134" fmla="*/ 0 w 15"/>
                <a:gd name="p0y134" fmla="*/ 631 h 1772"/>
                <a:gd name="p0x135" fmla="*/ 0 w 15"/>
                <a:gd name="p0y135" fmla="*/ 586 h 1772"/>
                <a:gd name="p0x136" fmla="*/ 0 w 15"/>
                <a:gd name="p0y136" fmla="*/ 556 h 1772"/>
                <a:gd name="p0x137" fmla="*/ 15 w 15"/>
                <a:gd name="p0y137" fmla="*/ 556 h 1772"/>
                <a:gd name="p0x138" fmla="*/ 15 w 15"/>
                <a:gd name="p0y138" fmla="*/ 586 h 1772"/>
                <a:gd name="p0x139" fmla="*/ 0 w 15"/>
                <a:gd name="p0y139" fmla="*/ 586 h 1772"/>
                <a:gd name="p0x140" fmla="*/ 0 w 15"/>
                <a:gd name="p0y140" fmla="*/ 541 h 1772"/>
                <a:gd name="p0x141" fmla="*/ 0 w 15"/>
                <a:gd name="p0y141" fmla="*/ 511 h 1772"/>
                <a:gd name="p0x142" fmla="*/ 15 w 15"/>
                <a:gd name="p0y142" fmla="*/ 511 h 1772"/>
                <a:gd name="p0x143" fmla="*/ 15 w 15"/>
                <a:gd name="p0y143" fmla="*/ 541 h 1772"/>
                <a:gd name="p0x144" fmla="*/ 0 w 15"/>
                <a:gd name="p0y144" fmla="*/ 541 h 1772"/>
                <a:gd name="p0x145" fmla="*/ 0 w 15"/>
                <a:gd name="p0y145" fmla="*/ 496 h 1772"/>
                <a:gd name="p0x146" fmla="*/ 0 w 15"/>
                <a:gd name="p0y146" fmla="*/ 466 h 1772"/>
                <a:gd name="p0x147" fmla="*/ 15 w 15"/>
                <a:gd name="p0y147" fmla="*/ 466 h 1772"/>
                <a:gd name="p0x148" fmla="*/ 15 w 15"/>
                <a:gd name="p0y148" fmla="*/ 496 h 1772"/>
                <a:gd name="p0x149" fmla="*/ 0 w 15"/>
                <a:gd name="p0y149" fmla="*/ 496 h 1772"/>
                <a:gd name="p0x150" fmla="*/ 0 w 15"/>
                <a:gd name="p0y150" fmla="*/ 451 h 1772"/>
                <a:gd name="p0x151" fmla="*/ 0 w 15"/>
                <a:gd name="p0y151" fmla="*/ 421 h 1772"/>
                <a:gd name="p0x152" fmla="*/ 15 w 15"/>
                <a:gd name="p0y152" fmla="*/ 421 h 1772"/>
                <a:gd name="p0x153" fmla="*/ 15 w 15"/>
                <a:gd name="p0y153" fmla="*/ 451 h 1772"/>
                <a:gd name="p0x154" fmla="*/ 0 w 15"/>
                <a:gd name="p0y154" fmla="*/ 451 h 1772"/>
                <a:gd name="p0x155" fmla="*/ 0 w 15"/>
                <a:gd name="p0y155" fmla="*/ 406 h 1772"/>
                <a:gd name="p0x156" fmla="*/ 0 w 15"/>
                <a:gd name="p0y156" fmla="*/ 376 h 1772"/>
                <a:gd name="p0x157" fmla="*/ 15 w 15"/>
                <a:gd name="p0y157" fmla="*/ 376 h 1772"/>
                <a:gd name="p0x158" fmla="*/ 15 w 15"/>
                <a:gd name="p0y158" fmla="*/ 406 h 1772"/>
                <a:gd name="p0x159" fmla="*/ 0 w 15"/>
                <a:gd name="p0y159" fmla="*/ 406 h 1772"/>
                <a:gd name="p0x160" fmla="*/ 0 w 15"/>
                <a:gd name="p0y160" fmla="*/ 361 h 1772"/>
                <a:gd name="p0x161" fmla="*/ 0 w 15"/>
                <a:gd name="p0y161" fmla="*/ 331 h 1772"/>
                <a:gd name="p0x162" fmla="*/ 15 w 15"/>
                <a:gd name="p0y162" fmla="*/ 331 h 1772"/>
                <a:gd name="p0x163" fmla="*/ 15 w 15"/>
                <a:gd name="p0y163" fmla="*/ 361 h 1772"/>
                <a:gd name="p0x164" fmla="*/ 0 w 15"/>
                <a:gd name="p0y164" fmla="*/ 361 h 1772"/>
                <a:gd name="p0x165" fmla="*/ 0 w 15"/>
                <a:gd name="p0y165" fmla="*/ 316 h 1772"/>
                <a:gd name="p0x166" fmla="*/ 0 w 15"/>
                <a:gd name="p0y166" fmla="*/ 286 h 1772"/>
                <a:gd name="p0x167" fmla="*/ 15 w 15"/>
                <a:gd name="p0y167" fmla="*/ 286 h 1772"/>
                <a:gd name="p0x168" fmla="*/ 15 w 15"/>
                <a:gd name="p0y168" fmla="*/ 316 h 1772"/>
                <a:gd name="p0x169" fmla="*/ 0 w 15"/>
                <a:gd name="p0y169" fmla="*/ 316 h 1772"/>
                <a:gd name="p0x170" fmla="*/ 0 w 15"/>
                <a:gd name="p0y170" fmla="*/ 271 h 1772"/>
                <a:gd name="p0x171" fmla="*/ 0 w 15"/>
                <a:gd name="p0y171" fmla="*/ 241 h 1772"/>
                <a:gd name="p0x172" fmla="*/ 15 w 15"/>
                <a:gd name="p0y172" fmla="*/ 241 h 1772"/>
                <a:gd name="p0x173" fmla="*/ 15 w 15"/>
                <a:gd name="p0y173" fmla="*/ 271 h 1772"/>
                <a:gd name="p0x174" fmla="*/ 0 w 15"/>
                <a:gd name="p0y174" fmla="*/ 271 h 1772"/>
                <a:gd name="p0x175" fmla="*/ 0 w 15"/>
                <a:gd name="p0y175" fmla="*/ 226 h 1772"/>
                <a:gd name="p0x176" fmla="*/ 0 w 15"/>
                <a:gd name="p0y176" fmla="*/ 196 h 1772"/>
                <a:gd name="p0x177" fmla="*/ 15 w 15"/>
                <a:gd name="p0y177" fmla="*/ 196 h 1772"/>
                <a:gd name="p0x178" fmla="*/ 15 w 15"/>
                <a:gd name="p0y178" fmla="*/ 226 h 1772"/>
                <a:gd name="p0x179" fmla="*/ 0 w 15"/>
                <a:gd name="p0y179" fmla="*/ 226 h 1772"/>
                <a:gd name="p0x180" fmla="*/ 0 w 15"/>
                <a:gd name="p0y180" fmla="*/ 181 h 1772"/>
                <a:gd name="p0x181" fmla="*/ 0 w 15"/>
                <a:gd name="p0y181" fmla="*/ 151 h 1772"/>
                <a:gd name="p0x182" fmla="*/ 15 w 15"/>
                <a:gd name="p0y182" fmla="*/ 151 h 1772"/>
                <a:gd name="p0x183" fmla="*/ 15 w 15"/>
                <a:gd name="p0y183" fmla="*/ 181 h 1772"/>
                <a:gd name="p0x184" fmla="*/ 0 w 15"/>
                <a:gd name="p0y184" fmla="*/ 181 h 1772"/>
                <a:gd name="p0x185" fmla="*/ 0 w 15"/>
                <a:gd name="p0y185" fmla="*/ 136 h 1772"/>
                <a:gd name="p0x186" fmla="*/ 0 w 15"/>
                <a:gd name="p0y186" fmla="*/ 106 h 1772"/>
                <a:gd name="p0x187" fmla="*/ 15 w 15"/>
                <a:gd name="p0y187" fmla="*/ 106 h 1772"/>
                <a:gd name="p0x188" fmla="*/ 15 w 15"/>
                <a:gd name="p0y188" fmla="*/ 136 h 1772"/>
                <a:gd name="p0x189" fmla="*/ 0 w 15"/>
                <a:gd name="p0y189" fmla="*/ 136 h 1772"/>
                <a:gd name="p0x190" fmla="*/ 0 w 15"/>
                <a:gd name="p0y190" fmla="*/ 91 h 1772"/>
                <a:gd name="p0x191" fmla="*/ 0 w 15"/>
                <a:gd name="p0y191" fmla="*/ 61 h 1772"/>
                <a:gd name="p0x192" fmla="*/ 15 w 15"/>
                <a:gd name="p0y192" fmla="*/ 61 h 1772"/>
                <a:gd name="p0x193" fmla="*/ 15 w 15"/>
                <a:gd name="p0y193" fmla="*/ 91 h 1772"/>
                <a:gd name="p0x194" fmla="*/ 0 w 15"/>
                <a:gd name="p0y194" fmla="*/ 91 h 1772"/>
                <a:gd name="p0x195" fmla="*/ 0 w 15"/>
                <a:gd name="p0y195" fmla="*/ 46 h 1772"/>
                <a:gd name="p0x196" fmla="*/ 0 w 15"/>
                <a:gd name="p0y196" fmla="*/ 16 h 1772"/>
                <a:gd name="p0x197" fmla="*/ 15 w 15"/>
                <a:gd name="p0y197" fmla="*/ 16 h 1772"/>
                <a:gd name="p0x198" fmla="*/ 15 w 15"/>
                <a:gd name="p0y198" fmla="*/ 46 h 1772"/>
                <a:gd name="p0x199" fmla="*/ 0 w 15"/>
                <a:gd name="p0y199" fmla="*/ 46 h 1772"/>
                <a:gd name="p0x200" fmla="*/ 0 w 15"/>
                <a:gd name="p0y200" fmla="*/ 1 h 1772"/>
                <a:gd name="p0x201" fmla="*/ 0 w 15"/>
                <a:gd name="p0y201" fmla="*/ 0 h 1772"/>
                <a:gd name="p0x202" fmla="*/ 15 w 15"/>
                <a:gd name="p0y202" fmla="*/ 0 h 1772"/>
                <a:gd name="p0x203" fmla="*/ 15 w 15"/>
                <a:gd name="p0y203" fmla="*/ 1 h 1772"/>
                <a:gd name="p0x204" fmla="*/ 0 w 15"/>
                <a:gd name="p0y204" fmla="*/ 1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</a:path>
              </a:pathLst>
            </a:custGeom>
            <a:solidFill>
              <a:srgbClr val="FFFFFF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600075" y="457644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2962275" y="4739421"/>
            <a:ext cx="2000250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 spc="72">
                <a:solidFill>
                  <a:srgbClr val="FDF5F3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第二关</a:t>
            </a:r>
            <a:endParaRPr sz="1200" b="1" spc="72">
              <a:solidFill>
                <a:srgbClr val="FDF5F3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5"/>
            </p:custDataLst>
          </p:nvPr>
        </p:nvSpPr>
        <p:spPr>
          <a:xfrm>
            <a:off x="2962275" y="4942303"/>
            <a:ext cx="20002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</a:t>
            </a:r>
            <a:r>
              <a:rPr lang="zh-CN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夜路潜行</a:t>
            </a:r>
            <a:endParaRPr lang="zh-CN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6"/>
            </p:custDataLst>
          </p:nvPr>
        </p:nvSpPr>
        <p:spPr>
          <a:xfrm>
            <a:off x="2962275" y="5260439"/>
            <a:ext cx="1981352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地面看守追击，石壁</a:t>
            </a:r>
            <a:r>
              <a:rPr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第一次刻出那句诗</a:t>
            </a:r>
            <a:endParaRPr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847975" y="4633595"/>
            <a:ext cx="8890" cy="1125220"/>
            <a:chOff x="4485" y="7297"/>
            <a:chExt cx="14" cy="1772"/>
          </a:xfrm>
        </p:grpSpPr>
        <p:sp>
          <p:nvSpPr>
            <p:cNvPr id="17" name="任意多边形 16"/>
            <p:cNvSpPr/>
            <p:nvPr>
              <p:custDataLst>
                <p:tags r:id="rId17"/>
              </p:custDataLst>
            </p:nvPr>
          </p:nvSpPr>
          <p:spPr>
            <a:xfrm>
              <a:off x="4485" y="7297"/>
              <a:ext cx="15" cy="1772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0 h 1772"/>
                <a:gd name="p0x1" fmla="*/ 15 w 15"/>
                <a:gd name="p0y1" fmla="*/ 0 h 1772"/>
                <a:gd name="p0x2" fmla="*/ 15 w 15"/>
                <a:gd name="p0y2" fmla="*/ 1772 h 1772"/>
                <a:gd name="p0x3" fmla="*/ 0 w 15"/>
                <a:gd name="p0y3" fmla="*/ 1772 h 1772"/>
                <a:gd name="p0x4" fmla="*/ 0 w 15"/>
                <a:gd name="p0y4" fmla="*/ 0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18"/>
              </p:custDataLst>
            </p:nvPr>
          </p:nvSpPr>
          <p:spPr>
            <a:xfrm>
              <a:off x="4485" y="7297"/>
              <a:ext cx="15" cy="1772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1772 h 1772"/>
                <a:gd name="p0x1" fmla="*/ 0 w 15"/>
                <a:gd name="p0y1" fmla="*/ 1771 h 1772"/>
                <a:gd name="p0x2" fmla="*/ 15 w 15"/>
                <a:gd name="p0y2" fmla="*/ 1771 h 1772"/>
                <a:gd name="p0x3" fmla="*/ 15 w 15"/>
                <a:gd name="p0y3" fmla="*/ 1772 h 1772"/>
                <a:gd name="p0x4" fmla="*/ 0 w 15"/>
                <a:gd name="p0y4" fmla="*/ 1772 h 1772"/>
                <a:gd name="p0x5" fmla="*/ 0 w 15"/>
                <a:gd name="p0y5" fmla="*/ 1756 h 1772"/>
                <a:gd name="p0x6" fmla="*/ 0 w 15"/>
                <a:gd name="p0y6" fmla="*/ 1726 h 1772"/>
                <a:gd name="p0x7" fmla="*/ 15 w 15"/>
                <a:gd name="p0y7" fmla="*/ 1726 h 1772"/>
                <a:gd name="p0x8" fmla="*/ 15 w 15"/>
                <a:gd name="p0y8" fmla="*/ 1756 h 1772"/>
                <a:gd name="p0x9" fmla="*/ 0 w 15"/>
                <a:gd name="p0y9" fmla="*/ 1756 h 1772"/>
                <a:gd name="p0x10" fmla="*/ 0 w 15"/>
                <a:gd name="p0y10" fmla="*/ 1711 h 1772"/>
                <a:gd name="p0x11" fmla="*/ 0 w 15"/>
                <a:gd name="p0y11" fmla="*/ 1681 h 1772"/>
                <a:gd name="p0x12" fmla="*/ 15 w 15"/>
                <a:gd name="p0y12" fmla="*/ 1681 h 1772"/>
                <a:gd name="p0x13" fmla="*/ 15 w 15"/>
                <a:gd name="p0y13" fmla="*/ 1711 h 1772"/>
                <a:gd name="p0x14" fmla="*/ 0 w 15"/>
                <a:gd name="p0y14" fmla="*/ 1711 h 1772"/>
                <a:gd name="p0x15" fmla="*/ 0 w 15"/>
                <a:gd name="p0y15" fmla="*/ 1666 h 1772"/>
                <a:gd name="p0x16" fmla="*/ 0 w 15"/>
                <a:gd name="p0y16" fmla="*/ 1636 h 1772"/>
                <a:gd name="p0x17" fmla="*/ 15 w 15"/>
                <a:gd name="p0y17" fmla="*/ 1636 h 1772"/>
                <a:gd name="p0x18" fmla="*/ 15 w 15"/>
                <a:gd name="p0y18" fmla="*/ 1666 h 1772"/>
                <a:gd name="p0x19" fmla="*/ 0 w 15"/>
                <a:gd name="p0y19" fmla="*/ 1666 h 1772"/>
                <a:gd name="p0x20" fmla="*/ 0 w 15"/>
                <a:gd name="p0y20" fmla="*/ 1621 h 1772"/>
                <a:gd name="p0x21" fmla="*/ 0 w 15"/>
                <a:gd name="p0y21" fmla="*/ 1591 h 1772"/>
                <a:gd name="p0x22" fmla="*/ 15 w 15"/>
                <a:gd name="p0y22" fmla="*/ 1591 h 1772"/>
                <a:gd name="p0x23" fmla="*/ 15 w 15"/>
                <a:gd name="p0y23" fmla="*/ 1621 h 1772"/>
                <a:gd name="p0x24" fmla="*/ 0 w 15"/>
                <a:gd name="p0y24" fmla="*/ 1621 h 1772"/>
                <a:gd name="p0x25" fmla="*/ 0 w 15"/>
                <a:gd name="p0y25" fmla="*/ 1576 h 1772"/>
                <a:gd name="p0x26" fmla="*/ 0 w 15"/>
                <a:gd name="p0y26" fmla="*/ 1546 h 1772"/>
                <a:gd name="p0x27" fmla="*/ 15 w 15"/>
                <a:gd name="p0y27" fmla="*/ 1546 h 1772"/>
                <a:gd name="p0x28" fmla="*/ 15 w 15"/>
                <a:gd name="p0y28" fmla="*/ 1576 h 1772"/>
                <a:gd name="p0x29" fmla="*/ 0 w 15"/>
                <a:gd name="p0y29" fmla="*/ 1576 h 1772"/>
                <a:gd name="p0x30" fmla="*/ 0 w 15"/>
                <a:gd name="p0y30" fmla="*/ 1531 h 1772"/>
                <a:gd name="p0x31" fmla="*/ 0 w 15"/>
                <a:gd name="p0y31" fmla="*/ 1501 h 1772"/>
                <a:gd name="p0x32" fmla="*/ 15 w 15"/>
                <a:gd name="p0y32" fmla="*/ 1501 h 1772"/>
                <a:gd name="p0x33" fmla="*/ 15 w 15"/>
                <a:gd name="p0y33" fmla="*/ 1531 h 1772"/>
                <a:gd name="p0x34" fmla="*/ 0 w 15"/>
                <a:gd name="p0y34" fmla="*/ 1531 h 1772"/>
                <a:gd name="p0x35" fmla="*/ 0 w 15"/>
                <a:gd name="p0y35" fmla="*/ 1486 h 1772"/>
                <a:gd name="p0x36" fmla="*/ 0 w 15"/>
                <a:gd name="p0y36" fmla="*/ 1456 h 1772"/>
                <a:gd name="p0x37" fmla="*/ 15 w 15"/>
                <a:gd name="p0y37" fmla="*/ 1456 h 1772"/>
                <a:gd name="p0x38" fmla="*/ 15 w 15"/>
                <a:gd name="p0y38" fmla="*/ 1486 h 1772"/>
                <a:gd name="p0x39" fmla="*/ 0 w 15"/>
                <a:gd name="p0y39" fmla="*/ 1486 h 1772"/>
                <a:gd name="p0x40" fmla="*/ 0 w 15"/>
                <a:gd name="p0y40" fmla="*/ 1441 h 1772"/>
                <a:gd name="p0x41" fmla="*/ 0 w 15"/>
                <a:gd name="p0y41" fmla="*/ 1411 h 1772"/>
                <a:gd name="p0x42" fmla="*/ 15 w 15"/>
                <a:gd name="p0y42" fmla="*/ 1411 h 1772"/>
                <a:gd name="p0x43" fmla="*/ 15 w 15"/>
                <a:gd name="p0y43" fmla="*/ 1441 h 1772"/>
                <a:gd name="p0x44" fmla="*/ 0 w 15"/>
                <a:gd name="p0y44" fmla="*/ 1441 h 1772"/>
                <a:gd name="p0x45" fmla="*/ 0 w 15"/>
                <a:gd name="p0y45" fmla="*/ 1396 h 1772"/>
                <a:gd name="p0x46" fmla="*/ 0 w 15"/>
                <a:gd name="p0y46" fmla="*/ 1366 h 1772"/>
                <a:gd name="p0x47" fmla="*/ 15 w 15"/>
                <a:gd name="p0y47" fmla="*/ 1366 h 1772"/>
                <a:gd name="p0x48" fmla="*/ 15 w 15"/>
                <a:gd name="p0y48" fmla="*/ 1396 h 1772"/>
                <a:gd name="p0x49" fmla="*/ 0 w 15"/>
                <a:gd name="p0y49" fmla="*/ 1396 h 1772"/>
                <a:gd name="p0x50" fmla="*/ 0 w 15"/>
                <a:gd name="p0y50" fmla="*/ 1351 h 1772"/>
                <a:gd name="p0x51" fmla="*/ 0 w 15"/>
                <a:gd name="p0y51" fmla="*/ 1321 h 1772"/>
                <a:gd name="p0x52" fmla="*/ 15 w 15"/>
                <a:gd name="p0y52" fmla="*/ 1321 h 1772"/>
                <a:gd name="p0x53" fmla="*/ 15 w 15"/>
                <a:gd name="p0y53" fmla="*/ 1351 h 1772"/>
                <a:gd name="p0x54" fmla="*/ 0 w 15"/>
                <a:gd name="p0y54" fmla="*/ 1351 h 1772"/>
                <a:gd name="p0x55" fmla="*/ 0 w 15"/>
                <a:gd name="p0y55" fmla="*/ 1306 h 1772"/>
                <a:gd name="p0x56" fmla="*/ 0 w 15"/>
                <a:gd name="p0y56" fmla="*/ 1276 h 1772"/>
                <a:gd name="p0x57" fmla="*/ 15 w 15"/>
                <a:gd name="p0y57" fmla="*/ 1276 h 1772"/>
                <a:gd name="p0x58" fmla="*/ 15 w 15"/>
                <a:gd name="p0y58" fmla="*/ 1306 h 1772"/>
                <a:gd name="p0x59" fmla="*/ 0 w 15"/>
                <a:gd name="p0y59" fmla="*/ 1306 h 1772"/>
                <a:gd name="p0x60" fmla="*/ 0 w 15"/>
                <a:gd name="p0y60" fmla="*/ 1261 h 1772"/>
                <a:gd name="p0x61" fmla="*/ 0 w 15"/>
                <a:gd name="p0y61" fmla="*/ 1231 h 1772"/>
                <a:gd name="p0x62" fmla="*/ 15 w 15"/>
                <a:gd name="p0y62" fmla="*/ 1231 h 1772"/>
                <a:gd name="p0x63" fmla="*/ 15 w 15"/>
                <a:gd name="p0y63" fmla="*/ 1261 h 1772"/>
                <a:gd name="p0x64" fmla="*/ 0 w 15"/>
                <a:gd name="p0y64" fmla="*/ 1261 h 1772"/>
                <a:gd name="p0x65" fmla="*/ 0 w 15"/>
                <a:gd name="p0y65" fmla="*/ 1216 h 1772"/>
                <a:gd name="p0x66" fmla="*/ 0 w 15"/>
                <a:gd name="p0y66" fmla="*/ 1186 h 1772"/>
                <a:gd name="p0x67" fmla="*/ 15 w 15"/>
                <a:gd name="p0y67" fmla="*/ 1186 h 1772"/>
                <a:gd name="p0x68" fmla="*/ 15 w 15"/>
                <a:gd name="p0y68" fmla="*/ 1216 h 1772"/>
                <a:gd name="p0x69" fmla="*/ 0 w 15"/>
                <a:gd name="p0y69" fmla="*/ 1216 h 1772"/>
                <a:gd name="p0x70" fmla="*/ 0 w 15"/>
                <a:gd name="p0y70" fmla="*/ 1171 h 1772"/>
                <a:gd name="p0x71" fmla="*/ 0 w 15"/>
                <a:gd name="p0y71" fmla="*/ 1141 h 1772"/>
                <a:gd name="p0x72" fmla="*/ 15 w 15"/>
                <a:gd name="p0y72" fmla="*/ 1141 h 1772"/>
                <a:gd name="p0x73" fmla="*/ 15 w 15"/>
                <a:gd name="p0y73" fmla="*/ 1171 h 1772"/>
                <a:gd name="p0x74" fmla="*/ 0 w 15"/>
                <a:gd name="p0y74" fmla="*/ 1171 h 1772"/>
                <a:gd name="p0x75" fmla="*/ 0 w 15"/>
                <a:gd name="p0y75" fmla="*/ 1126 h 1772"/>
                <a:gd name="p0x76" fmla="*/ 0 w 15"/>
                <a:gd name="p0y76" fmla="*/ 1096 h 1772"/>
                <a:gd name="p0x77" fmla="*/ 15 w 15"/>
                <a:gd name="p0y77" fmla="*/ 1096 h 1772"/>
                <a:gd name="p0x78" fmla="*/ 15 w 15"/>
                <a:gd name="p0y78" fmla="*/ 1126 h 1772"/>
                <a:gd name="p0x79" fmla="*/ 0 w 15"/>
                <a:gd name="p0y79" fmla="*/ 1126 h 1772"/>
                <a:gd name="p0x80" fmla="*/ 0 w 15"/>
                <a:gd name="p0y80" fmla="*/ 1081 h 1772"/>
                <a:gd name="p0x81" fmla="*/ 0 w 15"/>
                <a:gd name="p0y81" fmla="*/ 1051 h 1772"/>
                <a:gd name="p0x82" fmla="*/ 15 w 15"/>
                <a:gd name="p0y82" fmla="*/ 1051 h 1772"/>
                <a:gd name="p0x83" fmla="*/ 15 w 15"/>
                <a:gd name="p0y83" fmla="*/ 1081 h 1772"/>
                <a:gd name="p0x84" fmla="*/ 0 w 15"/>
                <a:gd name="p0y84" fmla="*/ 1081 h 1772"/>
                <a:gd name="p0x85" fmla="*/ 0 w 15"/>
                <a:gd name="p0y85" fmla="*/ 1036 h 1772"/>
                <a:gd name="p0x86" fmla="*/ 0 w 15"/>
                <a:gd name="p0y86" fmla="*/ 1006 h 1772"/>
                <a:gd name="p0x87" fmla="*/ 15 w 15"/>
                <a:gd name="p0y87" fmla="*/ 1006 h 1772"/>
                <a:gd name="p0x88" fmla="*/ 15 w 15"/>
                <a:gd name="p0y88" fmla="*/ 1036 h 1772"/>
                <a:gd name="p0x89" fmla="*/ 0 w 15"/>
                <a:gd name="p0y89" fmla="*/ 1036 h 1772"/>
                <a:gd name="p0x90" fmla="*/ 0 w 15"/>
                <a:gd name="p0y90" fmla="*/ 991 h 1772"/>
                <a:gd name="p0x91" fmla="*/ 0 w 15"/>
                <a:gd name="p0y91" fmla="*/ 961 h 1772"/>
                <a:gd name="p0x92" fmla="*/ 15 w 15"/>
                <a:gd name="p0y92" fmla="*/ 961 h 1772"/>
                <a:gd name="p0x93" fmla="*/ 15 w 15"/>
                <a:gd name="p0y93" fmla="*/ 991 h 1772"/>
                <a:gd name="p0x94" fmla="*/ 0 w 15"/>
                <a:gd name="p0y94" fmla="*/ 991 h 1772"/>
                <a:gd name="p0x95" fmla="*/ 0 w 15"/>
                <a:gd name="p0y95" fmla="*/ 946 h 1772"/>
                <a:gd name="p0x96" fmla="*/ 0 w 15"/>
                <a:gd name="p0y96" fmla="*/ 916 h 1772"/>
                <a:gd name="p0x97" fmla="*/ 15 w 15"/>
                <a:gd name="p0y97" fmla="*/ 916 h 1772"/>
                <a:gd name="p0x98" fmla="*/ 15 w 15"/>
                <a:gd name="p0y98" fmla="*/ 946 h 1772"/>
                <a:gd name="p0x99" fmla="*/ 0 w 15"/>
                <a:gd name="p0y99" fmla="*/ 946 h 1772"/>
                <a:gd name="p0x100" fmla="*/ 0 w 15"/>
                <a:gd name="p0y100" fmla="*/ 901 h 1772"/>
                <a:gd name="p0x101" fmla="*/ 0 w 15"/>
                <a:gd name="p0y101" fmla="*/ 871 h 1772"/>
                <a:gd name="p0x102" fmla="*/ 15 w 15"/>
                <a:gd name="p0y102" fmla="*/ 871 h 1772"/>
                <a:gd name="p0x103" fmla="*/ 15 w 15"/>
                <a:gd name="p0y103" fmla="*/ 901 h 1772"/>
                <a:gd name="p0x104" fmla="*/ 0 w 15"/>
                <a:gd name="p0y104" fmla="*/ 901 h 1772"/>
                <a:gd name="p0x105" fmla="*/ 0 w 15"/>
                <a:gd name="p0y105" fmla="*/ 856 h 1772"/>
                <a:gd name="p0x106" fmla="*/ 0 w 15"/>
                <a:gd name="p0y106" fmla="*/ 826 h 1772"/>
                <a:gd name="p0x107" fmla="*/ 15 w 15"/>
                <a:gd name="p0y107" fmla="*/ 826 h 1772"/>
                <a:gd name="p0x108" fmla="*/ 15 w 15"/>
                <a:gd name="p0y108" fmla="*/ 856 h 1772"/>
                <a:gd name="p0x109" fmla="*/ 0 w 15"/>
                <a:gd name="p0y109" fmla="*/ 856 h 1772"/>
                <a:gd name="p0x110" fmla="*/ 0 w 15"/>
                <a:gd name="p0y110" fmla="*/ 811 h 1772"/>
                <a:gd name="p0x111" fmla="*/ 0 w 15"/>
                <a:gd name="p0y111" fmla="*/ 781 h 1772"/>
                <a:gd name="p0x112" fmla="*/ 15 w 15"/>
                <a:gd name="p0y112" fmla="*/ 781 h 1772"/>
                <a:gd name="p0x113" fmla="*/ 15 w 15"/>
                <a:gd name="p0y113" fmla="*/ 811 h 1772"/>
                <a:gd name="p0x114" fmla="*/ 0 w 15"/>
                <a:gd name="p0y114" fmla="*/ 811 h 1772"/>
                <a:gd name="p0x115" fmla="*/ 0 w 15"/>
                <a:gd name="p0y115" fmla="*/ 766 h 1772"/>
                <a:gd name="p0x116" fmla="*/ 0 w 15"/>
                <a:gd name="p0y116" fmla="*/ 736 h 1772"/>
                <a:gd name="p0x117" fmla="*/ 15 w 15"/>
                <a:gd name="p0y117" fmla="*/ 736 h 1772"/>
                <a:gd name="p0x118" fmla="*/ 15 w 15"/>
                <a:gd name="p0y118" fmla="*/ 766 h 1772"/>
                <a:gd name="p0x119" fmla="*/ 0 w 15"/>
                <a:gd name="p0y119" fmla="*/ 766 h 1772"/>
                <a:gd name="p0x120" fmla="*/ 0 w 15"/>
                <a:gd name="p0y120" fmla="*/ 721 h 1772"/>
                <a:gd name="p0x121" fmla="*/ 0 w 15"/>
                <a:gd name="p0y121" fmla="*/ 691 h 1772"/>
                <a:gd name="p0x122" fmla="*/ 15 w 15"/>
                <a:gd name="p0y122" fmla="*/ 691 h 1772"/>
                <a:gd name="p0x123" fmla="*/ 15 w 15"/>
                <a:gd name="p0y123" fmla="*/ 721 h 1772"/>
                <a:gd name="p0x124" fmla="*/ 0 w 15"/>
                <a:gd name="p0y124" fmla="*/ 721 h 1772"/>
                <a:gd name="p0x125" fmla="*/ 0 w 15"/>
                <a:gd name="p0y125" fmla="*/ 676 h 1772"/>
                <a:gd name="p0x126" fmla="*/ 0 w 15"/>
                <a:gd name="p0y126" fmla="*/ 646 h 1772"/>
                <a:gd name="p0x127" fmla="*/ 15 w 15"/>
                <a:gd name="p0y127" fmla="*/ 646 h 1772"/>
                <a:gd name="p0x128" fmla="*/ 15 w 15"/>
                <a:gd name="p0y128" fmla="*/ 676 h 1772"/>
                <a:gd name="p0x129" fmla="*/ 0 w 15"/>
                <a:gd name="p0y129" fmla="*/ 676 h 1772"/>
                <a:gd name="p0x130" fmla="*/ 0 w 15"/>
                <a:gd name="p0y130" fmla="*/ 631 h 1772"/>
                <a:gd name="p0x131" fmla="*/ 0 w 15"/>
                <a:gd name="p0y131" fmla="*/ 601 h 1772"/>
                <a:gd name="p0x132" fmla="*/ 15 w 15"/>
                <a:gd name="p0y132" fmla="*/ 601 h 1772"/>
                <a:gd name="p0x133" fmla="*/ 15 w 15"/>
                <a:gd name="p0y133" fmla="*/ 631 h 1772"/>
                <a:gd name="p0x134" fmla="*/ 0 w 15"/>
                <a:gd name="p0y134" fmla="*/ 631 h 1772"/>
                <a:gd name="p0x135" fmla="*/ 0 w 15"/>
                <a:gd name="p0y135" fmla="*/ 586 h 1772"/>
                <a:gd name="p0x136" fmla="*/ 0 w 15"/>
                <a:gd name="p0y136" fmla="*/ 556 h 1772"/>
                <a:gd name="p0x137" fmla="*/ 15 w 15"/>
                <a:gd name="p0y137" fmla="*/ 556 h 1772"/>
                <a:gd name="p0x138" fmla="*/ 15 w 15"/>
                <a:gd name="p0y138" fmla="*/ 586 h 1772"/>
                <a:gd name="p0x139" fmla="*/ 0 w 15"/>
                <a:gd name="p0y139" fmla="*/ 586 h 1772"/>
                <a:gd name="p0x140" fmla="*/ 0 w 15"/>
                <a:gd name="p0y140" fmla="*/ 541 h 1772"/>
                <a:gd name="p0x141" fmla="*/ 0 w 15"/>
                <a:gd name="p0y141" fmla="*/ 511 h 1772"/>
                <a:gd name="p0x142" fmla="*/ 15 w 15"/>
                <a:gd name="p0y142" fmla="*/ 511 h 1772"/>
                <a:gd name="p0x143" fmla="*/ 15 w 15"/>
                <a:gd name="p0y143" fmla="*/ 541 h 1772"/>
                <a:gd name="p0x144" fmla="*/ 0 w 15"/>
                <a:gd name="p0y144" fmla="*/ 541 h 1772"/>
                <a:gd name="p0x145" fmla="*/ 0 w 15"/>
                <a:gd name="p0y145" fmla="*/ 496 h 1772"/>
                <a:gd name="p0x146" fmla="*/ 0 w 15"/>
                <a:gd name="p0y146" fmla="*/ 466 h 1772"/>
                <a:gd name="p0x147" fmla="*/ 15 w 15"/>
                <a:gd name="p0y147" fmla="*/ 466 h 1772"/>
                <a:gd name="p0x148" fmla="*/ 15 w 15"/>
                <a:gd name="p0y148" fmla="*/ 496 h 1772"/>
                <a:gd name="p0x149" fmla="*/ 0 w 15"/>
                <a:gd name="p0y149" fmla="*/ 496 h 1772"/>
                <a:gd name="p0x150" fmla="*/ 0 w 15"/>
                <a:gd name="p0y150" fmla="*/ 451 h 1772"/>
                <a:gd name="p0x151" fmla="*/ 0 w 15"/>
                <a:gd name="p0y151" fmla="*/ 421 h 1772"/>
                <a:gd name="p0x152" fmla="*/ 15 w 15"/>
                <a:gd name="p0y152" fmla="*/ 421 h 1772"/>
                <a:gd name="p0x153" fmla="*/ 15 w 15"/>
                <a:gd name="p0y153" fmla="*/ 451 h 1772"/>
                <a:gd name="p0x154" fmla="*/ 0 w 15"/>
                <a:gd name="p0y154" fmla="*/ 451 h 1772"/>
                <a:gd name="p0x155" fmla="*/ 0 w 15"/>
                <a:gd name="p0y155" fmla="*/ 406 h 1772"/>
                <a:gd name="p0x156" fmla="*/ 0 w 15"/>
                <a:gd name="p0y156" fmla="*/ 376 h 1772"/>
                <a:gd name="p0x157" fmla="*/ 15 w 15"/>
                <a:gd name="p0y157" fmla="*/ 376 h 1772"/>
                <a:gd name="p0x158" fmla="*/ 15 w 15"/>
                <a:gd name="p0y158" fmla="*/ 406 h 1772"/>
                <a:gd name="p0x159" fmla="*/ 0 w 15"/>
                <a:gd name="p0y159" fmla="*/ 406 h 1772"/>
                <a:gd name="p0x160" fmla="*/ 0 w 15"/>
                <a:gd name="p0y160" fmla="*/ 361 h 1772"/>
                <a:gd name="p0x161" fmla="*/ 0 w 15"/>
                <a:gd name="p0y161" fmla="*/ 331 h 1772"/>
                <a:gd name="p0x162" fmla="*/ 15 w 15"/>
                <a:gd name="p0y162" fmla="*/ 331 h 1772"/>
                <a:gd name="p0x163" fmla="*/ 15 w 15"/>
                <a:gd name="p0y163" fmla="*/ 361 h 1772"/>
                <a:gd name="p0x164" fmla="*/ 0 w 15"/>
                <a:gd name="p0y164" fmla="*/ 361 h 1772"/>
                <a:gd name="p0x165" fmla="*/ 0 w 15"/>
                <a:gd name="p0y165" fmla="*/ 316 h 1772"/>
                <a:gd name="p0x166" fmla="*/ 0 w 15"/>
                <a:gd name="p0y166" fmla="*/ 286 h 1772"/>
                <a:gd name="p0x167" fmla="*/ 15 w 15"/>
                <a:gd name="p0y167" fmla="*/ 286 h 1772"/>
                <a:gd name="p0x168" fmla="*/ 15 w 15"/>
                <a:gd name="p0y168" fmla="*/ 316 h 1772"/>
                <a:gd name="p0x169" fmla="*/ 0 w 15"/>
                <a:gd name="p0y169" fmla="*/ 316 h 1772"/>
                <a:gd name="p0x170" fmla="*/ 0 w 15"/>
                <a:gd name="p0y170" fmla="*/ 271 h 1772"/>
                <a:gd name="p0x171" fmla="*/ 0 w 15"/>
                <a:gd name="p0y171" fmla="*/ 241 h 1772"/>
                <a:gd name="p0x172" fmla="*/ 15 w 15"/>
                <a:gd name="p0y172" fmla="*/ 241 h 1772"/>
                <a:gd name="p0x173" fmla="*/ 15 w 15"/>
                <a:gd name="p0y173" fmla="*/ 271 h 1772"/>
                <a:gd name="p0x174" fmla="*/ 0 w 15"/>
                <a:gd name="p0y174" fmla="*/ 271 h 1772"/>
                <a:gd name="p0x175" fmla="*/ 0 w 15"/>
                <a:gd name="p0y175" fmla="*/ 226 h 1772"/>
                <a:gd name="p0x176" fmla="*/ 0 w 15"/>
                <a:gd name="p0y176" fmla="*/ 196 h 1772"/>
                <a:gd name="p0x177" fmla="*/ 15 w 15"/>
                <a:gd name="p0y177" fmla="*/ 196 h 1772"/>
                <a:gd name="p0x178" fmla="*/ 15 w 15"/>
                <a:gd name="p0y178" fmla="*/ 226 h 1772"/>
                <a:gd name="p0x179" fmla="*/ 0 w 15"/>
                <a:gd name="p0y179" fmla="*/ 226 h 1772"/>
                <a:gd name="p0x180" fmla="*/ 0 w 15"/>
                <a:gd name="p0y180" fmla="*/ 181 h 1772"/>
                <a:gd name="p0x181" fmla="*/ 0 w 15"/>
                <a:gd name="p0y181" fmla="*/ 151 h 1772"/>
                <a:gd name="p0x182" fmla="*/ 15 w 15"/>
                <a:gd name="p0y182" fmla="*/ 151 h 1772"/>
                <a:gd name="p0x183" fmla="*/ 15 w 15"/>
                <a:gd name="p0y183" fmla="*/ 181 h 1772"/>
                <a:gd name="p0x184" fmla="*/ 0 w 15"/>
                <a:gd name="p0y184" fmla="*/ 181 h 1772"/>
                <a:gd name="p0x185" fmla="*/ 0 w 15"/>
                <a:gd name="p0y185" fmla="*/ 136 h 1772"/>
                <a:gd name="p0x186" fmla="*/ 0 w 15"/>
                <a:gd name="p0y186" fmla="*/ 106 h 1772"/>
                <a:gd name="p0x187" fmla="*/ 15 w 15"/>
                <a:gd name="p0y187" fmla="*/ 106 h 1772"/>
                <a:gd name="p0x188" fmla="*/ 15 w 15"/>
                <a:gd name="p0y188" fmla="*/ 136 h 1772"/>
                <a:gd name="p0x189" fmla="*/ 0 w 15"/>
                <a:gd name="p0y189" fmla="*/ 136 h 1772"/>
                <a:gd name="p0x190" fmla="*/ 0 w 15"/>
                <a:gd name="p0y190" fmla="*/ 91 h 1772"/>
                <a:gd name="p0x191" fmla="*/ 0 w 15"/>
                <a:gd name="p0y191" fmla="*/ 61 h 1772"/>
                <a:gd name="p0x192" fmla="*/ 15 w 15"/>
                <a:gd name="p0y192" fmla="*/ 61 h 1772"/>
                <a:gd name="p0x193" fmla="*/ 15 w 15"/>
                <a:gd name="p0y193" fmla="*/ 91 h 1772"/>
                <a:gd name="p0x194" fmla="*/ 0 w 15"/>
                <a:gd name="p0y194" fmla="*/ 91 h 1772"/>
                <a:gd name="p0x195" fmla="*/ 0 w 15"/>
                <a:gd name="p0y195" fmla="*/ 46 h 1772"/>
                <a:gd name="p0x196" fmla="*/ 0 w 15"/>
                <a:gd name="p0y196" fmla="*/ 16 h 1772"/>
                <a:gd name="p0x197" fmla="*/ 15 w 15"/>
                <a:gd name="p0y197" fmla="*/ 16 h 1772"/>
                <a:gd name="p0x198" fmla="*/ 15 w 15"/>
                <a:gd name="p0y198" fmla="*/ 46 h 1772"/>
                <a:gd name="p0x199" fmla="*/ 0 w 15"/>
                <a:gd name="p0y199" fmla="*/ 46 h 1772"/>
                <a:gd name="p0x200" fmla="*/ 0 w 15"/>
                <a:gd name="p0y200" fmla="*/ 1 h 1772"/>
                <a:gd name="p0x201" fmla="*/ 0 w 15"/>
                <a:gd name="p0y201" fmla="*/ 0 h 1772"/>
                <a:gd name="p0x202" fmla="*/ 15 w 15"/>
                <a:gd name="p0y202" fmla="*/ 0 h 1772"/>
                <a:gd name="p0x203" fmla="*/ 15 w 15"/>
                <a:gd name="p0y203" fmla="*/ 1 h 1772"/>
                <a:gd name="p0x204" fmla="*/ 0 w 15"/>
                <a:gd name="p0y204" fmla="*/ 1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</a:path>
              </a:pathLst>
            </a:custGeom>
            <a:solidFill>
              <a:srgbClr val="FFFFFF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3" name="任意多边形 22"/>
          <p:cNvSpPr/>
          <p:nvPr>
            <p:custDataLst>
              <p:tags r:id="rId19"/>
            </p:custDataLst>
          </p:nvPr>
        </p:nvSpPr>
        <p:spPr>
          <a:xfrm>
            <a:off x="2790825" y="457644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0"/>
            </p:custDataLst>
          </p:nvPr>
        </p:nvSpPr>
        <p:spPr>
          <a:xfrm>
            <a:off x="5153025" y="3499380"/>
            <a:ext cx="2000250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 spc="72">
                <a:solidFill>
                  <a:srgbClr val="FDF5F3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第三关</a:t>
            </a:r>
            <a:endParaRPr sz="1200" b="1" spc="72">
              <a:solidFill>
                <a:srgbClr val="FDF5F3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1"/>
            </p:custDataLst>
          </p:nvPr>
        </p:nvSpPr>
        <p:spPr>
          <a:xfrm>
            <a:off x="5153025" y="3702263"/>
            <a:ext cx="20002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 </a:t>
            </a:r>
            <a:r>
              <a:rPr lang="zh-CN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提灯狐影</a:t>
            </a:r>
            <a:endParaRPr lang="zh-CN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2"/>
            </p:custDataLst>
          </p:nvPr>
        </p:nvSpPr>
        <p:spPr>
          <a:xfrm>
            <a:off x="5153025" y="4020398"/>
            <a:ext cx="1981276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狐妖用光球与蓝晕试探；影子还在，</a:t>
            </a:r>
            <a:r>
              <a:rPr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只是等你</a:t>
            </a:r>
            <a:endParaRPr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5038725" y="3507740"/>
            <a:ext cx="8890" cy="1125220"/>
            <a:chOff x="7935" y="5524"/>
            <a:chExt cx="14" cy="1772"/>
          </a:xfrm>
        </p:grpSpPr>
        <p:sp>
          <p:nvSpPr>
            <p:cNvPr id="25" name="任意多边形 24"/>
            <p:cNvSpPr/>
            <p:nvPr>
              <p:custDataLst>
                <p:tags r:id="rId23"/>
              </p:custDataLst>
            </p:nvPr>
          </p:nvSpPr>
          <p:spPr>
            <a:xfrm>
              <a:off x="7935" y="5524"/>
              <a:ext cx="15" cy="1773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0 h 1772"/>
                <a:gd name="p0x1" fmla="*/ 15 w 15"/>
                <a:gd name="p0y1" fmla="*/ 0 h 1772"/>
                <a:gd name="p0x2" fmla="*/ 15 w 15"/>
                <a:gd name="p0y2" fmla="*/ 1772 h 1772"/>
                <a:gd name="p0x3" fmla="*/ 0 w 15"/>
                <a:gd name="p0y3" fmla="*/ 1772 h 1772"/>
                <a:gd name="p0x4" fmla="*/ 0 w 15"/>
                <a:gd name="p0y4" fmla="*/ 0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4"/>
              </p:custDataLst>
            </p:nvPr>
          </p:nvSpPr>
          <p:spPr>
            <a:xfrm>
              <a:off x="7935" y="5524"/>
              <a:ext cx="15" cy="1773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1772 h 1772"/>
                <a:gd name="p0x1" fmla="*/ 0 w 15"/>
                <a:gd name="p0y1" fmla="*/ 1771 h 1772"/>
                <a:gd name="p0x2" fmla="*/ 15 w 15"/>
                <a:gd name="p0y2" fmla="*/ 1771 h 1772"/>
                <a:gd name="p0x3" fmla="*/ 15 w 15"/>
                <a:gd name="p0y3" fmla="*/ 1772 h 1772"/>
                <a:gd name="p0x4" fmla="*/ 0 w 15"/>
                <a:gd name="p0y4" fmla="*/ 1772 h 1772"/>
                <a:gd name="p0x5" fmla="*/ 0 w 15"/>
                <a:gd name="p0y5" fmla="*/ 1756 h 1772"/>
                <a:gd name="p0x6" fmla="*/ 0 w 15"/>
                <a:gd name="p0y6" fmla="*/ 1726 h 1772"/>
                <a:gd name="p0x7" fmla="*/ 15 w 15"/>
                <a:gd name="p0y7" fmla="*/ 1726 h 1772"/>
                <a:gd name="p0x8" fmla="*/ 15 w 15"/>
                <a:gd name="p0y8" fmla="*/ 1756 h 1772"/>
                <a:gd name="p0x9" fmla="*/ 0 w 15"/>
                <a:gd name="p0y9" fmla="*/ 1756 h 1772"/>
                <a:gd name="p0x10" fmla="*/ 0 w 15"/>
                <a:gd name="p0y10" fmla="*/ 1711 h 1772"/>
                <a:gd name="p0x11" fmla="*/ 0 w 15"/>
                <a:gd name="p0y11" fmla="*/ 1681 h 1772"/>
                <a:gd name="p0x12" fmla="*/ 15 w 15"/>
                <a:gd name="p0y12" fmla="*/ 1681 h 1772"/>
                <a:gd name="p0x13" fmla="*/ 15 w 15"/>
                <a:gd name="p0y13" fmla="*/ 1711 h 1772"/>
                <a:gd name="p0x14" fmla="*/ 0 w 15"/>
                <a:gd name="p0y14" fmla="*/ 1711 h 1772"/>
                <a:gd name="p0x15" fmla="*/ 0 w 15"/>
                <a:gd name="p0y15" fmla="*/ 1666 h 1772"/>
                <a:gd name="p0x16" fmla="*/ 0 w 15"/>
                <a:gd name="p0y16" fmla="*/ 1636 h 1772"/>
                <a:gd name="p0x17" fmla="*/ 15 w 15"/>
                <a:gd name="p0y17" fmla="*/ 1636 h 1772"/>
                <a:gd name="p0x18" fmla="*/ 15 w 15"/>
                <a:gd name="p0y18" fmla="*/ 1666 h 1772"/>
                <a:gd name="p0x19" fmla="*/ 0 w 15"/>
                <a:gd name="p0y19" fmla="*/ 1666 h 1772"/>
                <a:gd name="p0x20" fmla="*/ 0 w 15"/>
                <a:gd name="p0y20" fmla="*/ 1621 h 1772"/>
                <a:gd name="p0x21" fmla="*/ 0 w 15"/>
                <a:gd name="p0y21" fmla="*/ 1591 h 1772"/>
                <a:gd name="p0x22" fmla="*/ 15 w 15"/>
                <a:gd name="p0y22" fmla="*/ 1591 h 1772"/>
                <a:gd name="p0x23" fmla="*/ 15 w 15"/>
                <a:gd name="p0y23" fmla="*/ 1621 h 1772"/>
                <a:gd name="p0x24" fmla="*/ 0 w 15"/>
                <a:gd name="p0y24" fmla="*/ 1621 h 1772"/>
                <a:gd name="p0x25" fmla="*/ 0 w 15"/>
                <a:gd name="p0y25" fmla="*/ 1576 h 1772"/>
                <a:gd name="p0x26" fmla="*/ 0 w 15"/>
                <a:gd name="p0y26" fmla="*/ 1546 h 1772"/>
                <a:gd name="p0x27" fmla="*/ 15 w 15"/>
                <a:gd name="p0y27" fmla="*/ 1546 h 1772"/>
                <a:gd name="p0x28" fmla="*/ 15 w 15"/>
                <a:gd name="p0y28" fmla="*/ 1576 h 1772"/>
                <a:gd name="p0x29" fmla="*/ 0 w 15"/>
                <a:gd name="p0y29" fmla="*/ 1576 h 1772"/>
                <a:gd name="p0x30" fmla="*/ 0 w 15"/>
                <a:gd name="p0y30" fmla="*/ 1531 h 1772"/>
                <a:gd name="p0x31" fmla="*/ 0 w 15"/>
                <a:gd name="p0y31" fmla="*/ 1501 h 1772"/>
                <a:gd name="p0x32" fmla="*/ 15 w 15"/>
                <a:gd name="p0y32" fmla="*/ 1501 h 1772"/>
                <a:gd name="p0x33" fmla="*/ 15 w 15"/>
                <a:gd name="p0y33" fmla="*/ 1531 h 1772"/>
                <a:gd name="p0x34" fmla="*/ 0 w 15"/>
                <a:gd name="p0y34" fmla="*/ 1531 h 1772"/>
                <a:gd name="p0x35" fmla="*/ 0 w 15"/>
                <a:gd name="p0y35" fmla="*/ 1486 h 1772"/>
                <a:gd name="p0x36" fmla="*/ 0 w 15"/>
                <a:gd name="p0y36" fmla="*/ 1456 h 1772"/>
                <a:gd name="p0x37" fmla="*/ 15 w 15"/>
                <a:gd name="p0y37" fmla="*/ 1456 h 1772"/>
                <a:gd name="p0x38" fmla="*/ 15 w 15"/>
                <a:gd name="p0y38" fmla="*/ 1486 h 1772"/>
                <a:gd name="p0x39" fmla="*/ 0 w 15"/>
                <a:gd name="p0y39" fmla="*/ 1486 h 1772"/>
                <a:gd name="p0x40" fmla="*/ 0 w 15"/>
                <a:gd name="p0y40" fmla="*/ 1441 h 1772"/>
                <a:gd name="p0x41" fmla="*/ 0 w 15"/>
                <a:gd name="p0y41" fmla="*/ 1411 h 1772"/>
                <a:gd name="p0x42" fmla="*/ 15 w 15"/>
                <a:gd name="p0y42" fmla="*/ 1411 h 1772"/>
                <a:gd name="p0x43" fmla="*/ 15 w 15"/>
                <a:gd name="p0y43" fmla="*/ 1441 h 1772"/>
                <a:gd name="p0x44" fmla="*/ 0 w 15"/>
                <a:gd name="p0y44" fmla="*/ 1441 h 1772"/>
                <a:gd name="p0x45" fmla="*/ 0 w 15"/>
                <a:gd name="p0y45" fmla="*/ 1396 h 1772"/>
                <a:gd name="p0x46" fmla="*/ 0 w 15"/>
                <a:gd name="p0y46" fmla="*/ 1366 h 1772"/>
                <a:gd name="p0x47" fmla="*/ 15 w 15"/>
                <a:gd name="p0y47" fmla="*/ 1366 h 1772"/>
                <a:gd name="p0x48" fmla="*/ 15 w 15"/>
                <a:gd name="p0y48" fmla="*/ 1396 h 1772"/>
                <a:gd name="p0x49" fmla="*/ 0 w 15"/>
                <a:gd name="p0y49" fmla="*/ 1396 h 1772"/>
                <a:gd name="p0x50" fmla="*/ 0 w 15"/>
                <a:gd name="p0y50" fmla="*/ 1351 h 1772"/>
                <a:gd name="p0x51" fmla="*/ 0 w 15"/>
                <a:gd name="p0y51" fmla="*/ 1321 h 1772"/>
                <a:gd name="p0x52" fmla="*/ 15 w 15"/>
                <a:gd name="p0y52" fmla="*/ 1321 h 1772"/>
                <a:gd name="p0x53" fmla="*/ 15 w 15"/>
                <a:gd name="p0y53" fmla="*/ 1351 h 1772"/>
                <a:gd name="p0x54" fmla="*/ 0 w 15"/>
                <a:gd name="p0y54" fmla="*/ 1351 h 1772"/>
                <a:gd name="p0x55" fmla="*/ 0 w 15"/>
                <a:gd name="p0y55" fmla="*/ 1306 h 1772"/>
                <a:gd name="p0x56" fmla="*/ 0 w 15"/>
                <a:gd name="p0y56" fmla="*/ 1276 h 1772"/>
                <a:gd name="p0x57" fmla="*/ 15 w 15"/>
                <a:gd name="p0y57" fmla="*/ 1276 h 1772"/>
                <a:gd name="p0x58" fmla="*/ 15 w 15"/>
                <a:gd name="p0y58" fmla="*/ 1306 h 1772"/>
                <a:gd name="p0x59" fmla="*/ 0 w 15"/>
                <a:gd name="p0y59" fmla="*/ 1306 h 1772"/>
                <a:gd name="p0x60" fmla="*/ 0 w 15"/>
                <a:gd name="p0y60" fmla="*/ 1261 h 1772"/>
                <a:gd name="p0x61" fmla="*/ 0 w 15"/>
                <a:gd name="p0y61" fmla="*/ 1231 h 1772"/>
                <a:gd name="p0x62" fmla="*/ 15 w 15"/>
                <a:gd name="p0y62" fmla="*/ 1231 h 1772"/>
                <a:gd name="p0x63" fmla="*/ 15 w 15"/>
                <a:gd name="p0y63" fmla="*/ 1261 h 1772"/>
                <a:gd name="p0x64" fmla="*/ 0 w 15"/>
                <a:gd name="p0y64" fmla="*/ 1261 h 1772"/>
                <a:gd name="p0x65" fmla="*/ 0 w 15"/>
                <a:gd name="p0y65" fmla="*/ 1216 h 1772"/>
                <a:gd name="p0x66" fmla="*/ 0 w 15"/>
                <a:gd name="p0y66" fmla="*/ 1186 h 1772"/>
                <a:gd name="p0x67" fmla="*/ 15 w 15"/>
                <a:gd name="p0y67" fmla="*/ 1186 h 1772"/>
                <a:gd name="p0x68" fmla="*/ 15 w 15"/>
                <a:gd name="p0y68" fmla="*/ 1216 h 1772"/>
                <a:gd name="p0x69" fmla="*/ 0 w 15"/>
                <a:gd name="p0y69" fmla="*/ 1216 h 1772"/>
                <a:gd name="p0x70" fmla="*/ 0 w 15"/>
                <a:gd name="p0y70" fmla="*/ 1171 h 1772"/>
                <a:gd name="p0x71" fmla="*/ 0 w 15"/>
                <a:gd name="p0y71" fmla="*/ 1141 h 1772"/>
                <a:gd name="p0x72" fmla="*/ 15 w 15"/>
                <a:gd name="p0y72" fmla="*/ 1141 h 1772"/>
                <a:gd name="p0x73" fmla="*/ 15 w 15"/>
                <a:gd name="p0y73" fmla="*/ 1171 h 1772"/>
                <a:gd name="p0x74" fmla="*/ 0 w 15"/>
                <a:gd name="p0y74" fmla="*/ 1171 h 1772"/>
                <a:gd name="p0x75" fmla="*/ 0 w 15"/>
                <a:gd name="p0y75" fmla="*/ 1126 h 1772"/>
                <a:gd name="p0x76" fmla="*/ 0 w 15"/>
                <a:gd name="p0y76" fmla="*/ 1096 h 1772"/>
                <a:gd name="p0x77" fmla="*/ 15 w 15"/>
                <a:gd name="p0y77" fmla="*/ 1096 h 1772"/>
                <a:gd name="p0x78" fmla="*/ 15 w 15"/>
                <a:gd name="p0y78" fmla="*/ 1126 h 1772"/>
                <a:gd name="p0x79" fmla="*/ 0 w 15"/>
                <a:gd name="p0y79" fmla="*/ 1126 h 1772"/>
                <a:gd name="p0x80" fmla="*/ 0 w 15"/>
                <a:gd name="p0y80" fmla="*/ 1081 h 1772"/>
                <a:gd name="p0x81" fmla="*/ 0 w 15"/>
                <a:gd name="p0y81" fmla="*/ 1051 h 1772"/>
                <a:gd name="p0x82" fmla="*/ 15 w 15"/>
                <a:gd name="p0y82" fmla="*/ 1051 h 1772"/>
                <a:gd name="p0x83" fmla="*/ 15 w 15"/>
                <a:gd name="p0y83" fmla="*/ 1081 h 1772"/>
                <a:gd name="p0x84" fmla="*/ 0 w 15"/>
                <a:gd name="p0y84" fmla="*/ 1081 h 1772"/>
                <a:gd name="p0x85" fmla="*/ 0 w 15"/>
                <a:gd name="p0y85" fmla="*/ 1036 h 1772"/>
                <a:gd name="p0x86" fmla="*/ 0 w 15"/>
                <a:gd name="p0y86" fmla="*/ 1006 h 1772"/>
                <a:gd name="p0x87" fmla="*/ 15 w 15"/>
                <a:gd name="p0y87" fmla="*/ 1006 h 1772"/>
                <a:gd name="p0x88" fmla="*/ 15 w 15"/>
                <a:gd name="p0y88" fmla="*/ 1036 h 1772"/>
                <a:gd name="p0x89" fmla="*/ 0 w 15"/>
                <a:gd name="p0y89" fmla="*/ 1036 h 1772"/>
                <a:gd name="p0x90" fmla="*/ 0 w 15"/>
                <a:gd name="p0y90" fmla="*/ 991 h 1772"/>
                <a:gd name="p0x91" fmla="*/ 0 w 15"/>
                <a:gd name="p0y91" fmla="*/ 961 h 1772"/>
                <a:gd name="p0x92" fmla="*/ 15 w 15"/>
                <a:gd name="p0y92" fmla="*/ 961 h 1772"/>
                <a:gd name="p0x93" fmla="*/ 15 w 15"/>
                <a:gd name="p0y93" fmla="*/ 991 h 1772"/>
                <a:gd name="p0x94" fmla="*/ 0 w 15"/>
                <a:gd name="p0y94" fmla="*/ 991 h 1772"/>
                <a:gd name="p0x95" fmla="*/ 0 w 15"/>
                <a:gd name="p0y95" fmla="*/ 946 h 1772"/>
                <a:gd name="p0x96" fmla="*/ 0 w 15"/>
                <a:gd name="p0y96" fmla="*/ 916 h 1772"/>
                <a:gd name="p0x97" fmla="*/ 15 w 15"/>
                <a:gd name="p0y97" fmla="*/ 916 h 1772"/>
                <a:gd name="p0x98" fmla="*/ 15 w 15"/>
                <a:gd name="p0y98" fmla="*/ 946 h 1772"/>
                <a:gd name="p0x99" fmla="*/ 0 w 15"/>
                <a:gd name="p0y99" fmla="*/ 946 h 1772"/>
                <a:gd name="p0x100" fmla="*/ 0 w 15"/>
                <a:gd name="p0y100" fmla="*/ 901 h 1772"/>
                <a:gd name="p0x101" fmla="*/ 0 w 15"/>
                <a:gd name="p0y101" fmla="*/ 871 h 1772"/>
                <a:gd name="p0x102" fmla="*/ 15 w 15"/>
                <a:gd name="p0y102" fmla="*/ 871 h 1772"/>
                <a:gd name="p0x103" fmla="*/ 15 w 15"/>
                <a:gd name="p0y103" fmla="*/ 901 h 1772"/>
                <a:gd name="p0x104" fmla="*/ 0 w 15"/>
                <a:gd name="p0y104" fmla="*/ 901 h 1772"/>
                <a:gd name="p0x105" fmla="*/ 0 w 15"/>
                <a:gd name="p0y105" fmla="*/ 856 h 1772"/>
                <a:gd name="p0x106" fmla="*/ 0 w 15"/>
                <a:gd name="p0y106" fmla="*/ 826 h 1772"/>
                <a:gd name="p0x107" fmla="*/ 15 w 15"/>
                <a:gd name="p0y107" fmla="*/ 826 h 1772"/>
                <a:gd name="p0x108" fmla="*/ 15 w 15"/>
                <a:gd name="p0y108" fmla="*/ 856 h 1772"/>
                <a:gd name="p0x109" fmla="*/ 0 w 15"/>
                <a:gd name="p0y109" fmla="*/ 856 h 1772"/>
                <a:gd name="p0x110" fmla="*/ 0 w 15"/>
                <a:gd name="p0y110" fmla="*/ 811 h 1772"/>
                <a:gd name="p0x111" fmla="*/ 0 w 15"/>
                <a:gd name="p0y111" fmla="*/ 781 h 1772"/>
                <a:gd name="p0x112" fmla="*/ 15 w 15"/>
                <a:gd name="p0y112" fmla="*/ 781 h 1772"/>
                <a:gd name="p0x113" fmla="*/ 15 w 15"/>
                <a:gd name="p0y113" fmla="*/ 811 h 1772"/>
                <a:gd name="p0x114" fmla="*/ 0 w 15"/>
                <a:gd name="p0y114" fmla="*/ 811 h 1772"/>
                <a:gd name="p0x115" fmla="*/ 0 w 15"/>
                <a:gd name="p0y115" fmla="*/ 766 h 1772"/>
                <a:gd name="p0x116" fmla="*/ 0 w 15"/>
                <a:gd name="p0y116" fmla="*/ 736 h 1772"/>
                <a:gd name="p0x117" fmla="*/ 15 w 15"/>
                <a:gd name="p0y117" fmla="*/ 736 h 1772"/>
                <a:gd name="p0x118" fmla="*/ 15 w 15"/>
                <a:gd name="p0y118" fmla="*/ 766 h 1772"/>
                <a:gd name="p0x119" fmla="*/ 0 w 15"/>
                <a:gd name="p0y119" fmla="*/ 766 h 1772"/>
                <a:gd name="p0x120" fmla="*/ 0 w 15"/>
                <a:gd name="p0y120" fmla="*/ 721 h 1772"/>
                <a:gd name="p0x121" fmla="*/ 0 w 15"/>
                <a:gd name="p0y121" fmla="*/ 691 h 1772"/>
                <a:gd name="p0x122" fmla="*/ 15 w 15"/>
                <a:gd name="p0y122" fmla="*/ 691 h 1772"/>
                <a:gd name="p0x123" fmla="*/ 15 w 15"/>
                <a:gd name="p0y123" fmla="*/ 721 h 1772"/>
                <a:gd name="p0x124" fmla="*/ 0 w 15"/>
                <a:gd name="p0y124" fmla="*/ 721 h 1772"/>
                <a:gd name="p0x125" fmla="*/ 0 w 15"/>
                <a:gd name="p0y125" fmla="*/ 676 h 1772"/>
                <a:gd name="p0x126" fmla="*/ 0 w 15"/>
                <a:gd name="p0y126" fmla="*/ 646 h 1772"/>
                <a:gd name="p0x127" fmla="*/ 15 w 15"/>
                <a:gd name="p0y127" fmla="*/ 646 h 1772"/>
                <a:gd name="p0x128" fmla="*/ 15 w 15"/>
                <a:gd name="p0y128" fmla="*/ 676 h 1772"/>
                <a:gd name="p0x129" fmla="*/ 0 w 15"/>
                <a:gd name="p0y129" fmla="*/ 676 h 1772"/>
                <a:gd name="p0x130" fmla="*/ 0 w 15"/>
                <a:gd name="p0y130" fmla="*/ 631 h 1772"/>
                <a:gd name="p0x131" fmla="*/ 0 w 15"/>
                <a:gd name="p0y131" fmla="*/ 601 h 1772"/>
                <a:gd name="p0x132" fmla="*/ 15 w 15"/>
                <a:gd name="p0y132" fmla="*/ 601 h 1772"/>
                <a:gd name="p0x133" fmla="*/ 15 w 15"/>
                <a:gd name="p0y133" fmla="*/ 631 h 1772"/>
                <a:gd name="p0x134" fmla="*/ 0 w 15"/>
                <a:gd name="p0y134" fmla="*/ 631 h 1772"/>
                <a:gd name="p0x135" fmla="*/ 0 w 15"/>
                <a:gd name="p0y135" fmla="*/ 586 h 1772"/>
                <a:gd name="p0x136" fmla="*/ 0 w 15"/>
                <a:gd name="p0y136" fmla="*/ 556 h 1772"/>
                <a:gd name="p0x137" fmla="*/ 15 w 15"/>
                <a:gd name="p0y137" fmla="*/ 556 h 1772"/>
                <a:gd name="p0x138" fmla="*/ 15 w 15"/>
                <a:gd name="p0y138" fmla="*/ 586 h 1772"/>
                <a:gd name="p0x139" fmla="*/ 0 w 15"/>
                <a:gd name="p0y139" fmla="*/ 586 h 1772"/>
                <a:gd name="p0x140" fmla="*/ 0 w 15"/>
                <a:gd name="p0y140" fmla="*/ 541 h 1772"/>
                <a:gd name="p0x141" fmla="*/ 0 w 15"/>
                <a:gd name="p0y141" fmla="*/ 511 h 1772"/>
                <a:gd name="p0x142" fmla="*/ 15 w 15"/>
                <a:gd name="p0y142" fmla="*/ 511 h 1772"/>
                <a:gd name="p0x143" fmla="*/ 15 w 15"/>
                <a:gd name="p0y143" fmla="*/ 541 h 1772"/>
                <a:gd name="p0x144" fmla="*/ 0 w 15"/>
                <a:gd name="p0y144" fmla="*/ 541 h 1772"/>
                <a:gd name="p0x145" fmla="*/ 0 w 15"/>
                <a:gd name="p0y145" fmla="*/ 496 h 1772"/>
                <a:gd name="p0x146" fmla="*/ 0 w 15"/>
                <a:gd name="p0y146" fmla="*/ 466 h 1772"/>
                <a:gd name="p0x147" fmla="*/ 15 w 15"/>
                <a:gd name="p0y147" fmla="*/ 466 h 1772"/>
                <a:gd name="p0x148" fmla="*/ 15 w 15"/>
                <a:gd name="p0y148" fmla="*/ 496 h 1772"/>
                <a:gd name="p0x149" fmla="*/ 0 w 15"/>
                <a:gd name="p0y149" fmla="*/ 496 h 1772"/>
                <a:gd name="p0x150" fmla="*/ 0 w 15"/>
                <a:gd name="p0y150" fmla="*/ 451 h 1772"/>
                <a:gd name="p0x151" fmla="*/ 0 w 15"/>
                <a:gd name="p0y151" fmla="*/ 421 h 1772"/>
                <a:gd name="p0x152" fmla="*/ 15 w 15"/>
                <a:gd name="p0y152" fmla="*/ 421 h 1772"/>
                <a:gd name="p0x153" fmla="*/ 15 w 15"/>
                <a:gd name="p0y153" fmla="*/ 451 h 1772"/>
                <a:gd name="p0x154" fmla="*/ 0 w 15"/>
                <a:gd name="p0y154" fmla="*/ 451 h 1772"/>
                <a:gd name="p0x155" fmla="*/ 0 w 15"/>
                <a:gd name="p0y155" fmla="*/ 406 h 1772"/>
                <a:gd name="p0x156" fmla="*/ 0 w 15"/>
                <a:gd name="p0y156" fmla="*/ 376 h 1772"/>
                <a:gd name="p0x157" fmla="*/ 15 w 15"/>
                <a:gd name="p0y157" fmla="*/ 376 h 1772"/>
                <a:gd name="p0x158" fmla="*/ 15 w 15"/>
                <a:gd name="p0y158" fmla="*/ 406 h 1772"/>
                <a:gd name="p0x159" fmla="*/ 0 w 15"/>
                <a:gd name="p0y159" fmla="*/ 406 h 1772"/>
                <a:gd name="p0x160" fmla="*/ 0 w 15"/>
                <a:gd name="p0y160" fmla="*/ 361 h 1772"/>
                <a:gd name="p0x161" fmla="*/ 0 w 15"/>
                <a:gd name="p0y161" fmla="*/ 331 h 1772"/>
                <a:gd name="p0x162" fmla="*/ 15 w 15"/>
                <a:gd name="p0y162" fmla="*/ 331 h 1772"/>
                <a:gd name="p0x163" fmla="*/ 15 w 15"/>
                <a:gd name="p0y163" fmla="*/ 361 h 1772"/>
                <a:gd name="p0x164" fmla="*/ 0 w 15"/>
                <a:gd name="p0y164" fmla="*/ 361 h 1772"/>
                <a:gd name="p0x165" fmla="*/ 0 w 15"/>
                <a:gd name="p0y165" fmla="*/ 316 h 1772"/>
                <a:gd name="p0x166" fmla="*/ 0 w 15"/>
                <a:gd name="p0y166" fmla="*/ 286 h 1772"/>
                <a:gd name="p0x167" fmla="*/ 15 w 15"/>
                <a:gd name="p0y167" fmla="*/ 286 h 1772"/>
                <a:gd name="p0x168" fmla="*/ 15 w 15"/>
                <a:gd name="p0y168" fmla="*/ 316 h 1772"/>
                <a:gd name="p0x169" fmla="*/ 0 w 15"/>
                <a:gd name="p0y169" fmla="*/ 316 h 1772"/>
                <a:gd name="p0x170" fmla="*/ 0 w 15"/>
                <a:gd name="p0y170" fmla="*/ 271 h 1772"/>
                <a:gd name="p0x171" fmla="*/ 0 w 15"/>
                <a:gd name="p0y171" fmla="*/ 241 h 1772"/>
                <a:gd name="p0x172" fmla="*/ 15 w 15"/>
                <a:gd name="p0y172" fmla="*/ 241 h 1772"/>
                <a:gd name="p0x173" fmla="*/ 15 w 15"/>
                <a:gd name="p0y173" fmla="*/ 271 h 1772"/>
                <a:gd name="p0x174" fmla="*/ 0 w 15"/>
                <a:gd name="p0y174" fmla="*/ 271 h 1772"/>
                <a:gd name="p0x175" fmla="*/ 0 w 15"/>
                <a:gd name="p0y175" fmla="*/ 226 h 1772"/>
                <a:gd name="p0x176" fmla="*/ 0 w 15"/>
                <a:gd name="p0y176" fmla="*/ 196 h 1772"/>
                <a:gd name="p0x177" fmla="*/ 15 w 15"/>
                <a:gd name="p0y177" fmla="*/ 196 h 1772"/>
                <a:gd name="p0x178" fmla="*/ 15 w 15"/>
                <a:gd name="p0y178" fmla="*/ 226 h 1772"/>
                <a:gd name="p0x179" fmla="*/ 0 w 15"/>
                <a:gd name="p0y179" fmla="*/ 226 h 1772"/>
                <a:gd name="p0x180" fmla="*/ 0 w 15"/>
                <a:gd name="p0y180" fmla="*/ 181 h 1772"/>
                <a:gd name="p0x181" fmla="*/ 0 w 15"/>
                <a:gd name="p0y181" fmla="*/ 151 h 1772"/>
                <a:gd name="p0x182" fmla="*/ 15 w 15"/>
                <a:gd name="p0y182" fmla="*/ 151 h 1772"/>
                <a:gd name="p0x183" fmla="*/ 15 w 15"/>
                <a:gd name="p0y183" fmla="*/ 181 h 1772"/>
                <a:gd name="p0x184" fmla="*/ 0 w 15"/>
                <a:gd name="p0y184" fmla="*/ 181 h 1772"/>
                <a:gd name="p0x185" fmla="*/ 0 w 15"/>
                <a:gd name="p0y185" fmla="*/ 136 h 1772"/>
                <a:gd name="p0x186" fmla="*/ 0 w 15"/>
                <a:gd name="p0y186" fmla="*/ 106 h 1772"/>
                <a:gd name="p0x187" fmla="*/ 15 w 15"/>
                <a:gd name="p0y187" fmla="*/ 106 h 1772"/>
                <a:gd name="p0x188" fmla="*/ 15 w 15"/>
                <a:gd name="p0y188" fmla="*/ 136 h 1772"/>
                <a:gd name="p0x189" fmla="*/ 0 w 15"/>
                <a:gd name="p0y189" fmla="*/ 136 h 1772"/>
                <a:gd name="p0x190" fmla="*/ 0 w 15"/>
                <a:gd name="p0y190" fmla="*/ 91 h 1772"/>
                <a:gd name="p0x191" fmla="*/ 0 w 15"/>
                <a:gd name="p0y191" fmla="*/ 61 h 1772"/>
                <a:gd name="p0x192" fmla="*/ 15 w 15"/>
                <a:gd name="p0y192" fmla="*/ 61 h 1772"/>
                <a:gd name="p0x193" fmla="*/ 15 w 15"/>
                <a:gd name="p0y193" fmla="*/ 91 h 1772"/>
                <a:gd name="p0x194" fmla="*/ 0 w 15"/>
                <a:gd name="p0y194" fmla="*/ 91 h 1772"/>
                <a:gd name="p0x195" fmla="*/ 0 w 15"/>
                <a:gd name="p0y195" fmla="*/ 46 h 1772"/>
                <a:gd name="p0x196" fmla="*/ 0 w 15"/>
                <a:gd name="p0y196" fmla="*/ 16 h 1772"/>
                <a:gd name="p0x197" fmla="*/ 15 w 15"/>
                <a:gd name="p0y197" fmla="*/ 16 h 1772"/>
                <a:gd name="p0x198" fmla="*/ 15 w 15"/>
                <a:gd name="p0y198" fmla="*/ 46 h 1772"/>
                <a:gd name="p0x199" fmla="*/ 0 w 15"/>
                <a:gd name="p0y199" fmla="*/ 46 h 1772"/>
                <a:gd name="p0x200" fmla="*/ 0 w 15"/>
                <a:gd name="p0y200" fmla="*/ 1 h 1772"/>
                <a:gd name="p0x201" fmla="*/ 0 w 15"/>
                <a:gd name="p0y201" fmla="*/ 0 h 1772"/>
                <a:gd name="p0x202" fmla="*/ 15 w 15"/>
                <a:gd name="p0y202" fmla="*/ 0 h 1772"/>
                <a:gd name="p0x203" fmla="*/ 15 w 15"/>
                <a:gd name="p0y203" fmla="*/ 1 h 1772"/>
                <a:gd name="p0x204" fmla="*/ 0 w 15"/>
                <a:gd name="p0y204" fmla="*/ 1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</a:path>
              </a:pathLst>
            </a:custGeom>
            <a:solidFill>
              <a:srgbClr val="FFFFFF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" name="任意多边形 30"/>
          <p:cNvSpPr/>
          <p:nvPr>
            <p:custDataLst>
              <p:tags r:id="rId25"/>
            </p:custDataLst>
          </p:nvPr>
        </p:nvSpPr>
        <p:spPr>
          <a:xfrm>
            <a:off x="4981575" y="457644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26"/>
            </p:custDataLst>
          </p:nvPr>
        </p:nvSpPr>
        <p:spPr>
          <a:xfrm>
            <a:off x="7343775" y="4739421"/>
            <a:ext cx="2000250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 spc="72">
                <a:solidFill>
                  <a:srgbClr val="FDF5F3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第四关</a:t>
            </a:r>
            <a:endParaRPr sz="1200" b="1" spc="72">
              <a:solidFill>
                <a:srgbClr val="FDF5F3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7"/>
            </p:custDataLst>
          </p:nvPr>
        </p:nvSpPr>
        <p:spPr>
          <a:xfrm>
            <a:off x="7343775" y="4942303"/>
            <a:ext cx="20002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 </a:t>
            </a:r>
            <a:r>
              <a:rPr lang="zh-CN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旧日废墟</a:t>
            </a:r>
            <a:endParaRPr lang="zh-CN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28"/>
            </p:custDataLst>
          </p:nvPr>
        </p:nvSpPr>
        <p:spPr>
          <a:xfrm>
            <a:off x="7343775" y="5260439"/>
            <a:ext cx="1981352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壁画揭开真相</a:t>
            </a:r>
            <a:r>
              <a:rPr lang="en-US" altLang="zh-CN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是你亲手把影子撕下，丢进深渊</a:t>
            </a:r>
            <a:endParaRPr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7229475" y="4633595"/>
            <a:ext cx="8890" cy="1125220"/>
            <a:chOff x="11385" y="7297"/>
            <a:chExt cx="14" cy="1772"/>
          </a:xfrm>
        </p:grpSpPr>
        <p:sp>
          <p:nvSpPr>
            <p:cNvPr id="33" name="任意多边形 32"/>
            <p:cNvSpPr/>
            <p:nvPr>
              <p:custDataLst>
                <p:tags r:id="rId29"/>
              </p:custDataLst>
            </p:nvPr>
          </p:nvSpPr>
          <p:spPr>
            <a:xfrm>
              <a:off x="11385" y="7297"/>
              <a:ext cx="15" cy="1772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0 h 1772"/>
                <a:gd name="p0x1" fmla="*/ 15 w 15"/>
                <a:gd name="p0y1" fmla="*/ 0 h 1772"/>
                <a:gd name="p0x2" fmla="*/ 15 w 15"/>
                <a:gd name="p0y2" fmla="*/ 1772 h 1772"/>
                <a:gd name="p0x3" fmla="*/ 0 w 15"/>
                <a:gd name="p0y3" fmla="*/ 1772 h 1772"/>
                <a:gd name="p0x4" fmla="*/ 0 w 15"/>
                <a:gd name="p0y4" fmla="*/ 0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>
              <p:custDataLst>
                <p:tags r:id="rId30"/>
              </p:custDataLst>
            </p:nvPr>
          </p:nvSpPr>
          <p:spPr>
            <a:xfrm>
              <a:off x="11385" y="7297"/>
              <a:ext cx="15" cy="1772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1772 h 1772"/>
                <a:gd name="p0x1" fmla="*/ 0 w 15"/>
                <a:gd name="p0y1" fmla="*/ 1771 h 1772"/>
                <a:gd name="p0x2" fmla="*/ 15 w 15"/>
                <a:gd name="p0y2" fmla="*/ 1771 h 1772"/>
                <a:gd name="p0x3" fmla="*/ 15 w 15"/>
                <a:gd name="p0y3" fmla="*/ 1772 h 1772"/>
                <a:gd name="p0x4" fmla="*/ 0 w 15"/>
                <a:gd name="p0y4" fmla="*/ 1772 h 1772"/>
                <a:gd name="p0x5" fmla="*/ 0 w 15"/>
                <a:gd name="p0y5" fmla="*/ 1756 h 1772"/>
                <a:gd name="p0x6" fmla="*/ 0 w 15"/>
                <a:gd name="p0y6" fmla="*/ 1726 h 1772"/>
                <a:gd name="p0x7" fmla="*/ 15 w 15"/>
                <a:gd name="p0y7" fmla="*/ 1726 h 1772"/>
                <a:gd name="p0x8" fmla="*/ 15 w 15"/>
                <a:gd name="p0y8" fmla="*/ 1756 h 1772"/>
                <a:gd name="p0x9" fmla="*/ 0 w 15"/>
                <a:gd name="p0y9" fmla="*/ 1756 h 1772"/>
                <a:gd name="p0x10" fmla="*/ 0 w 15"/>
                <a:gd name="p0y10" fmla="*/ 1711 h 1772"/>
                <a:gd name="p0x11" fmla="*/ 0 w 15"/>
                <a:gd name="p0y11" fmla="*/ 1681 h 1772"/>
                <a:gd name="p0x12" fmla="*/ 15 w 15"/>
                <a:gd name="p0y12" fmla="*/ 1681 h 1772"/>
                <a:gd name="p0x13" fmla="*/ 15 w 15"/>
                <a:gd name="p0y13" fmla="*/ 1711 h 1772"/>
                <a:gd name="p0x14" fmla="*/ 0 w 15"/>
                <a:gd name="p0y14" fmla="*/ 1711 h 1772"/>
                <a:gd name="p0x15" fmla="*/ 0 w 15"/>
                <a:gd name="p0y15" fmla="*/ 1666 h 1772"/>
                <a:gd name="p0x16" fmla="*/ 0 w 15"/>
                <a:gd name="p0y16" fmla="*/ 1636 h 1772"/>
                <a:gd name="p0x17" fmla="*/ 15 w 15"/>
                <a:gd name="p0y17" fmla="*/ 1636 h 1772"/>
                <a:gd name="p0x18" fmla="*/ 15 w 15"/>
                <a:gd name="p0y18" fmla="*/ 1666 h 1772"/>
                <a:gd name="p0x19" fmla="*/ 0 w 15"/>
                <a:gd name="p0y19" fmla="*/ 1666 h 1772"/>
                <a:gd name="p0x20" fmla="*/ 0 w 15"/>
                <a:gd name="p0y20" fmla="*/ 1621 h 1772"/>
                <a:gd name="p0x21" fmla="*/ 0 w 15"/>
                <a:gd name="p0y21" fmla="*/ 1591 h 1772"/>
                <a:gd name="p0x22" fmla="*/ 15 w 15"/>
                <a:gd name="p0y22" fmla="*/ 1591 h 1772"/>
                <a:gd name="p0x23" fmla="*/ 15 w 15"/>
                <a:gd name="p0y23" fmla="*/ 1621 h 1772"/>
                <a:gd name="p0x24" fmla="*/ 0 w 15"/>
                <a:gd name="p0y24" fmla="*/ 1621 h 1772"/>
                <a:gd name="p0x25" fmla="*/ 0 w 15"/>
                <a:gd name="p0y25" fmla="*/ 1576 h 1772"/>
                <a:gd name="p0x26" fmla="*/ 0 w 15"/>
                <a:gd name="p0y26" fmla="*/ 1546 h 1772"/>
                <a:gd name="p0x27" fmla="*/ 15 w 15"/>
                <a:gd name="p0y27" fmla="*/ 1546 h 1772"/>
                <a:gd name="p0x28" fmla="*/ 15 w 15"/>
                <a:gd name="p0y28" fmla="*/ 1576 h 1772"/>
                <a:gd name="p0x29" fmla="*/ 0 w 15"/>
                <a:gd name="p0y29" fmla="*/ 1576 h 1772"/>
                <a:gd name="p0x30" fmla="*/ 0 w 15"/>
                <a:gd name="p0y30" fmla="*/ 1531 h 1772"/>
                <a:gd name="p0x31" fmla="*/ 0 w 15"/>
                <a:gd name="p0y31" fmla="*/ 1501 h 1772"/>
                <a:gd name="p0x32" fmla="*/ 15 w 15"/>
                <a:gd name="p0y32" fmla="*/ 1501 h 1772"/>
                <a:gd name="p0x33" fmla="*/ 15 w 15"/>
                <a:gd name="p0y33" fmla="*/ 1531 h 1772"/>
                <a:gd name="p0x34" fmla="*/ 0 w 15"/>
                <a:gd name="p0y34" fmla="*/ 1531 h 1772"/>
                <a:gd name="p0x35" fmla="*/ 0 w 15"/>
                <a:gd name="p0y35" fmla="*/ 1486 h 1772"/>
                <a:gd name="p0x36" fmla="*/ 0 w 15"/>
                <a:gd name="p0y36" fmla="*/ 1456 h 1772"/>
                <a:gd name="p0x37" fmla="*/ 15 w 15"/>
                <a:gd name="p0y37" fmla="*/ 1456 h 1772"/>
                <a:gd name="p0x38" fmla="*/ 15 w 15"/>
                <a:gd name="p0y38" fmla="*/ 1486 h 1772"/>
                <a:gd name="p0x39" fmla="*/ 0 w 15"/>
                <a:gd name="p0y39" fmla="*/ 1486 h 1772"/>
                <a:gd name="p0x40" fmla="*/ 0 w 15"/>
                <a:gd name="p0y40" fmla="*/ 1441 h 1772"/>
                <a:gd name="p0x41" fmla="*/ 0 w 15"/>
                <a:gd name="p0y41" fmla="*/ 1411 h 1772"/>
                <a:gd name="p0x42" fmla="*/ 15 w 15"/>
                <a:gd name="p0y42" fmla="*/ 1411 h 1772"/>
                <a:gd name="p0x43" fmla="*/ 15 w 15"/>
                <a:gd name="p0y43" fmla="*/ 1441 h 1772"/>
                <a:gd name="p0x44" fmla="*/ 0 w 15"/>
                <a:gd name="p0y44" fmla="*/ 1441 h 1772"/>
                <a:gd name="p0x45" fmla="*/ 0 w 15"/>
                <a:gd name="p0y45" fmla="*/ 1396 h 1772"/>
                <a:gd name="p0x46" fmla="*/ 0 w 15"/>
                <a:gd name="p0y46" fmla="*/ 1366 h 1772"/>
                <a:gd name="p0x47" fmla="*/ 15 w 15"/>
                <a:gd name="p0y47" fmla="*/ 1366 h 1772"/>
                <a:gd name="p0x48" fmla="*/ 15 w 15"/>
                <a:gd name="p0y48" fmla="*/ 1396 h 1772"/>
                <a:gd name="p0x49" fmla="*/ 0 w 15"/>
                <a:gd name="p0y49" fmla="*/ 1396 h 1772"/>
                <a:gd name="p0x50" fmla="*/ 0 w 15"/>
                <a:gd name="p0y50" fmla="*/ 1351 h 1772"/>
                <a:gd name="p0x51" fmla="*/ 0 w 15"/>
                <a:gd name="p0y51" fmla="*/ 1321 h 1772"/>
                <a:gd name="p0x52" fmla="*/ 15 w 15"/>
                <a:gd name="p0y52" fmla="*/ 1321 h 1772"/>
                <a:gd name="p0x53" fmla="*/ 15 w 15"/>
                <a:gd name="p0y53" fmla="*/ 1351 h 1772"/>
                <a:gd name="p0x54" fmla="*/ 0 w 15"/>
                <a:gd name="p0y54" fmla="*/ 1351 h 1772"/>
                <a:gd name="p0x55" fmla="*/ 0 w 15"/>
                <a:gd name="p0y55" fmla="*/ 1306 h 1772"/>
                <a:gd name="p0x56" fmla="*/ 0 w 15"/>
                <a:gd name="p0y56" fmla="*/ 1276 h 1772"/>
                <a:gd name="p0x57" fmla="*/ 15 w 15"/>
                <a:gd name="p0y57" fmla="*/ 1276 h 1772"/>
                <a:gd name="p0x58" fmla="*/ 15 w 15"/>
                <a:gd name="p0y58" fmla="*/ 1306 h 1772"/>
                <a:gd name="p0x59" fmla="*/ 0 w 15"/>
                <a:gd name="p0y59" fmla="*/ 1306 h 1772"/>
                <a:gd name="p0x60" fmla="*/ 0 w 15"/>
                <a:gd name="p0y60" fmla="*/ 1261 h 1772"/>
                <a:gd name="p0x61" fmla="*/ 0 w 15"/>
                <a:gd name="p0y61" fmla="*/ 1231 h 1772"/>
                <a:gd name="p0x62" fmla="*/ 15 w 15"/>
                <a:gd name="p0y62" fmla="*/ 1231 h 1772"/>
                <a:gd name="p0x63" fmla="*/ 15 w 15"/>
                <a:gd name="p0y63" fmla="*/ 1261 h 1772"/>
                <a:gd name="p0x64" fmla="*/ 0 w 15"/>
                <a:gd name="p0y64" fmla="*/ 1261 h 1772"/>
                <a:gd name="p0x65" fmla="*/ 0 w 15"/>
                <a:gd name="p0y65" fmla="*/ 1216 h 1772"/>
                <a:gd name="p0x66" fmla="*/ 0 w 15"/>
                <a:gd name="p0y66" fmla="*/ 1186 h 1772"/>
                <a:gd name="p0x67" fmla="*/ 15 w 15"/>
                <a:gd name="p0y67" fmla="*/ 1186 h 1772"/>
                <a:gd name="p0x68" fmla="*/ 15 w 15"/>
                <a:gd name="p0y68" fmla="*/ 1216 h 1772"/>
                <a:gd name="p0x69" fmla="*/ 0 w 15"/>
                <a:gd name="p0y69" fmla="*/ 1216 h 1772"/>
                <a:gd name="p0x70" fmla="*/ 0 w 15"/>
                <a:gd name="p0y70" fmla="*/ 1171 h 1772"/>
                <a:gd name="p0x71" fmla="*/ 0 w 15"/>
                <a:gd name="p0y71" fmla="*/ 1141 h 1772"/>
                <a:gd name="p0x72" fmla="*/ 15 w 15"/>
                <a:gd name="p0y72" fmla="*/ 1141 h 1772"/>
                <a:gd name="p0x73" fmla="*/ 15 w 15"/>
                <a:gd name="p0y73" fmla="*/ 1171 h 1772"/>
                <a:gd name="p0x74" fmla="*/ 0 w 15"/>
                <a:gd name="p0y74" fmla="*/ 1171 h 1772"/>
                <a:gd name="p0x75" fmla="*/ 0 w 15"/>
                <a:gd name="p0y75" fmla="*/ 1126 h 1772"/>
                <a:gd name="p0x76" fmla="*/ 0 w 15"/>
                <a:gd name="p0y76" fmla="*/ 1096 h 1772"/>
                <a:gd name="p0x77" fmla="*/ 15 w 15"/>
                <a:gd name="p0y77" fmla="*/ 1096 h 1772"/>
                <a:gd name="p0x78" fmla="*/ 15 w 15"/>
                <a:gd name="p0y78" fmla="*/ 1126 h 1772"/>
                <a:gd name="p0x79" fmla="*/ 0 w 15"/>
                <a:gd name="p0y79" fmla="*/ 1126 h 1772"/>
                <a:gd name="p0x80" fmla="*/ 0 w 15"/>
                <a:gd name="p0y80" fmla="*/ 1081 h 1772"/>
                <a:gd name="p0x81" fmla="*/ 0 w 15"/>
                <a:gd name="p0y81" fmla="*/ 1051 h 1772"/>
                <a:gd name="p0x82" fmla="*/ 15 w 15"/>
                <a:gd name="p0y82" fmla="*/ 1051 h 1772"/>
                <a:gd name="p0x83" fmla="*/ 15 w 15"/>
                <a:gd name="p0y83" fmla="*/ 1081 h 1772"/>
                <a:gd name="p0x84" fmla="*/ 0 w 15"/>
                <a:gd name="p0y84" fmla="*/ 1081 h 1772"/>
                <a:gd name="p0x85" fmla="*/ 0 w 15"/>
                <a:gd name="p0y85" fmla="*/ 1036 h 1772"/>
                <a:gd name="p0x86" fmla="*/ 0 w 15"/>
                <a:gd name="p0y86" fmla="*/ 1006 h 1772"/>
                <a:gd name="p0x87" fmla="*/ 15 w 15"/>
                <a:gd name="p0y87" fmla="*/ 1006 h 1772"/>
                <a:gd name="p0x88" fmla="*/ 15 w 15"/>
                <a:gd name="p0y88" fmla="*/ 1036 h 1772"/>
                <a:gd name="p0x89" fmla="*/ 0 w 15"/>
                <a:gd name="p0y89" fmla="*/ 1036 h 1772"/>
                <a:gd name="p0x90" fmla="*/ 0 w 15"/>
                <a:gd name="p0y90" fmla="*/ 991 h 1772"/>
                <a:gd name="p0x91" fmla="*/ 0 w 15"/>
                <a:gd name="p0y91" fmla="*/ 961 h 1772"/>
                <a:gd name="p0x92" fmla="*/ 15 w 15"/>
                <a:gd name="p0y92" fmla="*/ 961 h 1772"/>
                <a:gd name="p0x93" fmla="*/ 15 w 15"/>
                <a:gd name="p0y93" fmla="*/ 991 h 1772"/>
                <a:gd name="p0x94" fmla="*/ 0 w 15"/>
                <a:gd name="p0y94" fmla="*/ 991 h 1772"/>
                <a:gd name="p0x95" fmla="*/ 0 w 15"/>
                <a:gd name="p0y95" fmla="*/ 946 h 1772"/>
                <a:gd name="p0x96" fmla="*/ 0 w 15"/>
                <a:gd name="p0y96" fmla="*/ 916 h 1772"/>
                <a:gd name="p0x97" fmla="*/ 15 w 15"/>
                <a:gd name="p0y97" fmla="*/ 916 h 1772"/>
                <a:gd name="p0x98" fmla="*/ 15 w 15"/>
                <a:gd name="p0y98" fmla="*/ 946 h 1772"/>
                <a:gd name="p0x99" fmla="*/ 0 w 15"/>
                <a:gd name="p0y99" fmla="*/ 946 h 1772"/>
                <a:gd name="p0x100" fmla="*/ 0 w 15"/>
                <a:gd name="p0y100" fmla="*/ 901 h 1772"/>
                <a:gd name="p0x101" fmla="*/ 0 w 15"/>
                <a:gd name="p0y101" fmla="*/ 871 h 1772"/>
                <a:gd name="p0x102" fmla="*/ 15 w 15"/>
                <a:gd name="p0y102" fmla="*/ 871 h 1772"/>
                <a:gd name="p0x103" fmla="*/ 15 w 15"/>
                <a:gd name="p0y103" fmla="*/ 901 h 1772"/>
                <a:gd name="p0x104" fmla="*/ 0 w 15"/>
                <a:gd name="p0y104" fmla="*/ 901 h 1772"/>
                <a:gd name="p0x105" fmla="*/ 0 w 15"/>
                <a:gd name="p0y105" fmla="*/ 856 h 1772"/>
                <a:gd name="p0x106" fmla="*/ 0 w 15"/>
                <a:gd name="p0y106" fmla="*/ 826 h 1772"/>
                <a:gd name="p0x107" fmla="*/ 15 w 15"/>
                <a:gd name="p0y107" fmla="*/ 826 h 1772"/>
                <a:gd name="p0x108" fmla="*/ 15 w 15"/>
                <a:gd name="p0y108" fmla="*/ 856 h 1772"/>
                <a:gd name="p0x109" fmla="*/ 0 w 15"/>
                <a:gd name="p0y109" fmla="*/ 856 h 1772"/>
                <a:gd name="p0x110" fmla="*/ 0 w 15"/>
                <a:gd name="p0y110" fmla="*/ 811 h 1772"/>
                <a:gd name="p0x111" fmla="*/ 0 w 15"/>
                <a:gd name="p0y111" fmla="*/ 781 h 1772"/>
                <a:gd name="p0x112" fmla="*/ 15 w 15"/>
                <a:gd name="p0y112" fmla="*/ 781 h 1772"/>
                <a:gd name="p0x113" fmla="*/ 15 w 15"/>
                <a:gd name="p0y113" fmla="*/ 811 h 1772"/>
                <a:gd name="p0x114" fmla="*/ 0 w 15"/>
                <a:gd name="p0y114" fmla="*/ 811 h 1772"/>
                <a:gd name="p0x115" fmla="*/ 0 w 15"/>
                <a:gd name="p0y115" fmla="*/ 766 h 1772"/>
                <a:gd name="p0x116" fmla="*/ 0 w 15"/>
                <a:gd name="p0y116" fmla="*/ 736 h 1772"/>
                <a:gd name="p0x117" fmla="*/ 15 w 15"/>
                <a:gd name="p0y117" fmla="*/ 736 h 1772"/>
                <a:gd name="p0x118" fmla="*/ 15 w 15"/>
                <a:gd name="p0y118" fmla="*/ 766 h 1772"/>
                <a:gd name="p0x119" fmla="*/ 0 w 15"/>
                <a:gd name="p0y119" fmla="*/ 766 h 1772"/>
                <a:gd name="p0x120" fmla="*/ 0 w 15"/>
                <a:gd name="p0y120" fmla="*/ 721 h 1772"/>
                <a:gd name="p0x121" fmla="*/ 0 w 15"/>
                <a:gd name="p0y121" fmla="*/ 691 h 1772"/>
                <a:gd name="p0x122" fmla="*/ 15 w 15"/>
                <a:gd name="p0y122" fmla="*/ 691 h 1772"/>
                <a:gd name="p0x123" fmla="*/ 15 w 15"/>
                <a:gd name="p0y123" fmla="*/ 721 h 1772"/>
                <a:gd name="p0x124" fmla="*/ 0 w 15"/>
                <a:gd name="p0y124" fmla="*/ 721 h 1772"/>
                <a:gd name="p0x125" fmla="*/ 0 w 15"/>
                <a:gd name="p0y125" fmla="*/ 676 h 1772"/>
                <a:gd name="p0x126" fmla="*/ 0 w 15"/>
                <a:gd name="p0y126" fmla="*/ 646 h 1772"/>
                <a:gd name="p0x127" fmla="*/ 15 w 15"/>
                <a:gd name="p0y127" fmla="*/ 646 h 1772"/>
                <a:gd name="p0x128" fmla="*/ 15 w 15"/>
                <a:gd name="p0y128" fmla="*/ 676 h 1772"/>
                <a:gd name="p0x129" fmla="*/ 0 w 15"/>
                <a:gd name="p0y129" fmla="*/ 676 h 1772"/>
                <a:gd name="p0x130" fmla="*/ 0 w 15"/>
                <a:gd name="p0y130" fmla="*/ 631 h 1772"/>
                <a:gd name="p0x131" fmla="*/ 0 w 15"/>
                <a:gd name="p0y131" fmla="*/ 601 h 1772"/>
                <a:gd name="p0x132" fmla="*/ 15 w 15"/>
                <a:gd name="p0y132" fmla="*/ 601 h 1772"/>
                <a:gd name="p0x133" fmla="*/ 15 w 15"/>
                <a:gd name="p0y133" fmla="*/ 631 h 1772"/>
                <a:gd name="p0x134" fmla="*/ 0 w 15"/>
                <a:gd name="p0y134" fmla="*/ 631 h 1772"/>
                <a:gd name="p0x135" fmla="*/ 0 w 15"/>
                <a:gd name="p0y135" fmla="*/ 586 h 1772"/>
                <a:gd name="p0x136" fmla="*/ 0 w 15"/>
                <a:gd name="p0y136" fmla="*/ 556 h 1772"/>
                <a:gd name="p0x137" fmla="*/ 15 w 15"/>
                <a:gd name="p0y137" fmla="*/ 556 h 1772"/>
                <a:gd name="p0x138" fmla="*/ 15 w 15"/>
                <a:gd name="p0y138" fmla="*/ 586 h 1772"/>
                <a:gd name="p0x139" fmla="*/ 0 w 15"/>
                <a:gd name="p0y139" fmla="*/ 586 h 1772"/>
                <a:gd name="p0x140" fmla="*/ 0 w 15"/>
                <a:gd name="p0y140" fmla="*/ 541 h 1772"/>
                <a:gd name="p0x141" fmla="*/ 0 w 15"/>
                <a:gd name="p0y141" fmla="*/ 511 h 1772"/>
                <a:gd name="p0x142" fmla="*/ 15 w 15"/>
                <a:gd name="p0y142" fmla="*/ 511 h 1772"/>
                <a:gd name="p0x143" fmla="*/ 15 w 15"/>
                <a:gd name="p0y143" fmla="*/ 541 h 1772"/>
                <a:gd name="p0x144" fmla="*/ 0 w 15"/>
                <a:gd name="p0y144" fmla="*/ 541 h 1772"/>
                <a:gd name="p0x145" fmla="*/ 0 w 15"/>
                <a:gd name="p0y145" fmla="*/ 496 h 1772"/>
                <a:gd name="p0x146" fmla="*/ 0 w 15"/>
                <a:gd name="p0y146" fmla="*/ 466 h 1772"/>
                <a:gd name="p0x147" fmla="*/ 15 w 15"/>
                <a:gd name="p0y147" fmla="*/ 466 h 1772"/>
                <a:gd name="p0x148" fmla="*/ 15 w 15"/>
                <a:gd name="p0y148" fmla="*/ 496 h 1772"/>
                <a:gd name="p0x149" fmla="*/ 0 w 15"/>
                <a:gd name="p0y149" fmla="*/ 496 h 1772"/>
                <a:gd name="p0x150" fmla="*/ 0 w 15"/>
                <a:gd name="p0y150" fmla="*/ 451 h 1772"/>
                <a:gd name="p0x151" fmla="*/ 0 w 15"/>
                <a:gd name="p0y151" fmla="*/ 421 h 1772"/>
                <a:gd name="p0x152" fmla="*/ 15 w 15"/>
                <a:gd name="p0y152" fmla="*/ 421 h 1772"/>
                <a:gd name="p0x153" fmla="*/ 15 w 15"/>
                <a:gd name="p0y153" fmla="*/ 451 h 1772"/>
                <a:gd name="p0x154" fmla="*/ 0 w 15"/>
                <a:gd name="p0y154" fmla="*/ 451 h 1772"/>
                <a:gd name="p0x155" fmla="*/ 0 w 15"/>
                <a:gd name="p0y155" fmla="*/ 406 h 1772"/>
                <a:gd name="p0x156" fmla="*/ 0 w 15"/>
                <a:gd name="p0y156" fmla="*/ 376 h 1772"/>
                <a:gd name="p0x157" fmla="*/ 15 w 15"/>
                <a:gd name="p0y157" fmla="*/ 376 h 1772"/>
                <a:gd name="p0x158" fmla="*/ 15 w 15"/>
                <a:gd name="p0y158" fmla="*/ 406 h 1772"/>
                <a:gd name="p0x159" fmla="*/ 0 w 15"/>
                <a:gd name="p0y159" fmla="*/ 406 h 1772"/>
                <a:gd name="p0x160" fmla="*/ 0 w 15"/>
                <a:gd name="p0y160" fmla="*/ 361 h 1772"/>
                <a:gd name="p0x161" fmla="*/ 0 w 15"/>
                <a:gd name="p0y161" fmla="*/ 331 h 1772"/>
                <a:gd name="p0x162" fmla="*/ 15 w 15"/>
                <a:gd name="p0y162" fmla="*/ 331 h 1772"/>
                <a:gd name="p0x163" fmla="*/ 15 w 15"/>
                <a:gd name="p0y163" fmla="*/ 361 h 1772"/>
                <a:gd name="p0x164" fmla="*/ 0 w 15"/>
                <a:gd name="p0y164" fmla="*/ 361 h 1772"/>
                <a:gd name="p0x165" fmla="*/ 0 w 15"/>
                <a:gd name="p0y165" fmla="*/ 316 h 1772"/>
                <a:gd name="p0x166" fmla="*/ 0 w 15"/>
                <a:gd name="p0y166" fmla="*/ 286 h 1772"/>
                <a:gd name="p0x167" fmla="*/ 15 w 15"/>
                <a:gd name="p0y167" fmla="*/ 286 h 1772"/>
                <a:gd name="p0x168" fmla="*/ 15 w 15"/>
                <a:gd name="p0y168" fmla="*/ 316 h 1772"/>
                <a:gd name="p0x169" fmla="*/ 0 w 15"/>
                <a:gd name="p0y169" fmla="*/ 316 h 1772"/>
                <a:gd name="p0x170" fmla="*/ 0 w 15"/>
                <a:gd name="p0y170" fmla="*/ 271 h 1772"/>
                <a:gd name="p0x171" fmla="*/ 0 w 15"/>
                <a:gd name="p0y171" fmla="*/ 241 h 1772"/>
                <a:gd name="p0x172" fmla="*/ 15 w 15"/>
                <a:gd name="p0y172" fmla="*/ 241 h 1772"/>
                <a:gd name="p0x173" fmla="*/ 15 w 15"/>
                <a:gd name="p0y173" fmla="*/ 271 h 1772"/>
                <a:gd name="p0x174" fmla="*/ 0 w 15"/>
                <a:gd name="p0y174" fmla="*/ 271 h 1772"/>
                <a:gd name="p0x175" fmla="*/ 0 w 15"/>
                <a:gd name="p0y175" fmla="*/ 226 h 1772"/>
                <a:gd name="p0x176" fmla="*/ 0 w 15"/>
                <a:gd name="p0y176" fmla="*/ 196 h 1772"/>
                <a:gd name="p0x177" fmla="*/ 15 w 15"/>
                <a:gd name="p0y177" fmla="*/ 196 h 1772"/>
                <a:gd name="p0x178" fmla="*/ 15 w 15"/>
                <a:gd name="p0y178" fmla="*/ 226 h 1772"/>
                <a:gd name="p0x179" fmla="*/ 0 w 15"/>
                <a:gd name="p0y179" fmla="*/ 226 h 1772"/>
                <a:gd name="p0x180" fmla="*/ 0 w 15"/>
                <a:gd name="p0y180" fmla="*/ 181 h 1772"/>
                <a:gd name="p0x181" fmla="*/ 0 w 15"/>
                <a:gd name="p0y181" fmla="*/ 151 h 1772"/>
                <a:gd name="p0x182" fmla="*/ 15 w 15"/>
                <a:gd name="p0y182" fmla="*/ 151 h 1772"/>
                <a:gd name="p0x183" fmla="*/ 15 w 15"/>
                <a:gd name="p0y183" fmla="*/ 181 h 1772"/>
                <a:gd name="p0x184" fmla="*/ 0 w 15"/>
                <a:gd name="p0y184" fmla="*/ 181 h 1772"/>
                <a:gd name="p0x185" fmla="*/ 0 w 15"/>
                <a:gd name="p0y185" fmla="*/ 136 h 1772"/>
                <a:gd name="p0x186" fmla="*/ 0 w 15"/>
                <a:gd name="p0y186" fmla="*/ 106 h 1772"/>
                <a:gd name="p0x187" fmla="*/ 15 w 15"/>
                <a:gd name="p0y187" fmla="*/ 106 h 1772"/>
                <a:gd name="p0x188" fmla="*/ 15 w 15"/>
                <a:gd name="p0y188" fmla="*/ 136 h 1772"/>
                <a:gd name="p0x189" fmla="*/ 0 w 15"/>
                <a:gd name="p0y189" fmla="*/ 136 h 1772"/>
                <a:gd name="p0x190" fmla="*/ 0 w 15"/>
                <a:gd name="p0y190" fmla="*/ 91 h 1772"/>
                <a:gd name="p0x191" fmla="*/ 0 w 15"/>
                <a:gd name="p0y191" fmla="*/ 61 h 1772"/>
                <a:gd name="p0x192" fmla="*/ 15 w 15"/>
                <a:gd name="p0y192" fmla="*/ 61 h 1772"/>
                <a:gd name="p0x193" fmla="*/ 15 w 15"/>
                <a:gd name="p0y193" fmla="*/ 91 h 1772"/>
                <a:gd name="p0x194" fmla="*/ 0 w 15"/>
                <a:gd name="p0y194" fmla="*/ 91 h 1772"/>
                <a:gd name="p0x195" fmla="*/ 0 w 15"/>
                <a:gd name="p0y195" fmla="*/ 46 h 1772"/>
                <a:gd name="p0x196" fmla="*/ 0 w 15"/>
                <a:gd name="p0y196" fmla="*/ 16 h 1772"/>
                <a:gd name="p0x197" fmla="*/ 15 w 15"/>
                <a:gd name="p0y197" fmla="*/ 16 h 1772"/>
                <a:gd name="p0x198" fmla="*/ 15 w 15"/>
                <a:gd name="p0y198" fmla="*/ 46 h 1772"/>
                <a:gd name="p0x199" fmla="*/ 0 w 15"/>
                <a:gd name="p0y199" fmla="*/ 46 h 1772"/>
                <a:gd name="p0x200" fmla="*/ 0 w 15"/>
                <a:gd name="p0y200" fmla="*/ 1 h 1772"/>
                <a:gd name="p0x201" fmla="*/ 0 w 15"/>
                <a:gd name="p0y201" fmla="*/ 0 h 1772"/>
                <a:gd name="p0x202" fmla="*/ 15 w 15"/>
                <a:gd name="p0y202" fmla="*/ 0 h 1772"/>
                <a:gd name="p0x203" fmla="*/ 15 w 15"/>
                <a:gd name="p0y203" fmla="*/ 1 h 1772"/>
                <a:gd name="p0x204" fmla="*/ 0 w 15"/>
                <a:gd name="p0y204" fmla="*/ 1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</a:path>
              </a:pathLst>
            </a:custGeom>
            <a:solidFill>
              <a:srgbClr val="FFFFFF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9" name="任意多边形 38"/>
          <p:cNvSpPr/>
          <p:nvPr>
            <p:custDataLst>
              <p:tags r:id="rId31"/>
            </p:custDataLst>
          </p:nvPr>
        </p:nvSpPr>
        <p:spPr>
          <a:xfrm>
            <a:off x="7172325" y="457644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32"/>
            </p:custDataLst>
          </p:nvPr>
        </p:nvSpPr>
        <p:spPr>
          <a:xfrm>
            <a:off x="9534525" y="3499380"/>
            <a:ext cx="2000250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 spc="72">
                <a:solidFill>
                  <a:srgbClr val="FDF5F3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第五关</a:t>
            </a:r>
            <a:endParaRPr sz="1200" b="1" spc="72">
              <a:solidFill>
                <a:srgbClr val="FDF5F3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33"/>
            </p:custDataLst>
          </p:nvPr>
        </p:nvSpPr>
        <p:spPr>
          <a:xfrm>
            <a:off x="9534525" y="3702263"/>
            <a:ext cx="20002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 </a:t>
            </a:r>
            <a:r>
              <a:rPr lang="zh-CN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出渊</a:t>
            </a:r>
            <a:endParaRPr lang="zh-CN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34"/>
            </p:custDataLst>
          </p:nvPr>
        </p:nvSpPr>
        <p:spPr>
          <a:xfrm>
            <a:off x="9534525" y="4020398"/>
            <a:ext cx="1981352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与影子和解，走向天空；</a:t>
            </a:r>
            <a:r>
              <a:rPr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完整听完对白，触发隐藏结局</a:t>
            </a:r>
            <a:endParaRPr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9420225" y="3507740"/>
            <a:ext cx="8890" cy="1125220"/>
            <a:chOff x="14835" y="5524"/>
            <a:chExt cx="14" cy="1772"/>
          </a:xfrm>
        </p:grpSpPr>
        <p:sp>
          <p:nvSpPr>
            <p:cNvPr id="41" name="任意多边形 40"/>
            <p:cNvSpPr/>
            <p:nvPr>
              <p:custDataLst>
                <p:tags r:id="rId35"/>
              </p:custDataLst>
            </p:nvPr>
          </p:nvSpPr>
          <p:spPr>
            <a:xfrm>
              <a:off x="14835" y="5524"/>
              <a:ext cx="15" cy="1773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0 h 1772"/>
                <a:gd name="p0x1" fmla="*/ 15 w 15"/>
                <a:gd name="p0y1" fmla="*/ 0 h 1772"/>
                <a:gd name="p0x2" fmla="*/ 15 w 15"/>
                <a:gd name="p0y2" fmla="*/ 1772 h 1772"/>
                <a:gd name="p0x3" fmla="*/ 0 w 15"/>
                <a:gd name="p0y3" fmla="*/ 1772 h 1772"/>
                <a:gd name="p0x4" fmla="*/ 0 w 15"/>
                <a:gd name="p0y4" fmla="*/ 0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>
              <p:custDataLst>
                <p:tags r:id="rId36"/>
              </p:custDataLst>
            </p:nvPr>
          </p:nvSpPr>
          <p:spPr>
            <a:xfrm>
              <a:off x="14835" y="5524"/>
              <a:ext cx="15" cy="1773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1772 h 1772"/>
                <a:gd name="p0x1" fmla="*/ 0 w 15"/>
                <a:gd name="p0y1" fmla="*/ 1771 h 1772"/>
                <a:gd name="p0x2" fmla="*/ 15 w 15"/>
                <a:gd name="p0y2" fmla="*/ 1771 h 1772"/>
                <a:gd name="p0x3" fmla="*/ 15 w 15"/>
                <a:gd name="p0y3" fmla="*/ 1772 h 1772"/>
                <a:gd name="p0x4" fmla="*/ 0 w 15"/>
                <a:gd name="p0y4" fmla="*/ 1772 h 1772"/>
                <a:gd name="p0x5" fmla="*/ 0 w 15"/>
                <a:gd name="p0y5" fmla="*/ 1756 h 1772"/>
                <a:gd name="p0x6" fmla="*/ 0 w 15"/>
                <a:gd name="p0y6" fmla="*/ 1726 h 1772"/>
                <a:gd name="p0x7" fmla="*/ 15 w 15"/>
                <a:gd name="p0y7" fmla="*/ 1726 h 1772"/>
                <a:gd name="p0x8" fmla="*/ 15 w 15"/>
                <a:gd name="p0y8" fmla="*/ 1756 h 1772"/>
                <a:gd name="p0x9" fmla="*/ 0 w 15"/>
                <a:gd name="p0y9" fmla="*/ 1756 h 1772"/>
                <a:gd name="p0x10" fmla="*/ 0 w 15"/>
                <a:gd name="p0y10" fmla="*/ 1711 h 1772"/>
                <a:gd name="p0x11" fmla="*/ 0 w 15"/>
                <a:gd name="p0y11" fmla="*/ 1681 h 1772"/>
                <a:gd name="p0x12" fmla="*/ 15 w 15"/>
                <a:gd name="p0y12" fmla="*/ 1681 h 1772"/>
                <a:gd name="p0x13" fmla="*/ 15 w 15"/>
                <a:gd name="p0y13" fmla="*/ 1711 h 1772"/>
                <a:gd name="p0x14" fmla="*/ 0 w 15"/>
                <a:gd name="p0y14" fmla="*/ 1711 h 1772"/>
                <a:gd name="p0x15" fmla="*/ 0 w 15"/>
                <a:gd name="p0y15" fmla="*/ 1666 h 1772"/>
                <a:gd name="p0x16" fmla="*/ 0 w 15"/>
                <a:gd name="p0y16" fmla="*/ 1636 h 1772"/>
                <a:gd name="p0x17" fmla="*/ 15 w 15"/>
                <a:gd name="p0y17" fmla="*/ 1636 h 1772"/>
                <a:gd name="p0x18" fmla="*/ 15 w 15"/>
                <a:gd name="p0y18" fmla="*/ 1666 h 1772"/>
                <a:gd name="p0x19" fmla="*/ 0 w 15"/>
                <a:gd name="p0y19" fmla="*/ 1666 h 1772"/>
                <a:gd name="p0x20" fmla="*/ 0 w 15"/>
                <a:gd name="p0y20" fmla="*/ 1621 h 1772"/>
                <a:gd name="p0x21" fmla="*/ 0 w 15"/>
                <a:gd name="p0y21" fmla="*/ 1591 h 1772"/>
                <a:gd name="p0x22" fmla="*/ 15 w 15"/>
                <a:gd name="p0y22" fmla="*/ 1591 h 1772"/>
                <a:gd name="p0x23" fmla="*/ 15 w 15"/>
                <a:gd name="p0y23" fmla="*/ 1621 h 1772"/>
                <a:gd name="p0x24" fmla="*/ 0 w 15"/>
                <a:gd name="p0y24" fmla="*/ 1621 h 1772"/>
                <a:gd name="p0x25" fmla="*/ 0 w 15"/>
                <a:gd name="p0y25" fmla="*/ 1576 h 1772"/>
                <a:gd name="p0x26" fmla="*/ 0 w 15"/>
                <a:gd name="p0y26" fmla="*/ 1546 h 1772"/>
                <a:gd name="p0x27" fmla="*/ 15 w 15"/>
                <a:gd name="p0y27" fmla="*/ 1546 h 1772"/>
                <a:gd name="p0x28" fmla="*/ 15 w 15"/>
                <a:gd name="p0y28" fmla="*/ 1576 h 1772"/>
                <a:gd name="p0x29" fmla="*/ 0 w 15"/>
                <a:gd name="p0y29" fmla="*/ 1576 h 1772"/>
                <a:gd name="p0x30" fmla="*/ 0 w 15"/>
                <a:gd name="p0y30" fmla="*/ 1531 h 1772"/>
                <a:gd name="p0x31" fmla="*/ 0 w 15"/>
                <a:gd name="p0y31" fmla="*/ 1501 h 1772"/>
                <a:gd name="p0x32" fmla="*/ 15 w 15"/>
                <a:gd name="p0y32" fmla="*/ 1501 h 1772"/>
                <a:gd name="p0x33" fmla="*/ 15 w 15"/>
                <a:gd name="p0y33" fmla="*/ 1531 h 1772"/>
                <a:gd name="p0x34" fmla="*/ 0 w 15"/>
                <a:gd name="p0y34" fmla="*/ 1531 h 1772"/>
                <a:gd name="p0x35" fmla="*/ 0 w 15"/>
                <a:gd name="p0y35" fmla="*/ 1486 h 1772"/>
                <a:gd name="p0x36" fmla="*/ 0 w 15"/>
                <a:gd name="p0y36" fmla="*/ 1456 h 1772"/>
                <a:gd name="p0x37" fmla="*/ 15 w 15"/>
                <a:gd name="p0y37" fmla="*/ 1456 h 1772"/>
                <a:gd name="p0x38" fmla="*/ 15 w 15"/>
                <a:gd name="p0y38" fmla="*/ 1486 h 1772"/>
                <a:gd name="p0x39" fmla="*/ 0 w 15"/>
                <a:gd name="p0y39" fmla="*/ 1486 h 1772"/>
                <a:gd name="p0x40" fmla="*/ 0 w 15"/>
                <a:gd name="p0y40" fmla="*/ 1441 h 1772"/>
                <a:gd name="p0x41" fmla="*/ 0 w 15"/>
                <a:gd name="p0y41" fmla="*/ 1411 h 1772"/>
                <a:gd name="p0x42" fmla="*/ 15 w 15"/>
                <a:gd name="p0y42" fmla="*/ 1411 h 1772"/>
                <a:gd name="p0x43" fmla="*/ 15 w 15"/>
                <a:gd name="p0y43" fmla="*/ 1441 h 1772"/>
                <a:gd name="p0x44" fmla="*/ 0 w 15"/>
                <a:gd name="p0y44" fmla="*/ 1441 h 1772"/>
                <a:gd name="p0x45" fmla="*/ 0 w 15"/>
                <a:gd name="p0y45" fmla="*/ 1396 h 1772"/>
                <a:gd name="p0x46" fmla="*/ 0 w 15"/>
                <a:gd name="p0y46" fmla="*/ 1366 h 1772"/>
                <a:gd name="p0x47" fmla="*/ 15 w 15"/>
                <a:gd name="p0y47" fmla="*/ 1366 h 1772"/>
                <a:gd name="p0x48" fmla="*/ 15 w 15"/>
                <a:gd name="p0y48" fmla="*/ 1396 h 1772"/>
                <a:gd name="p0x49" fmla="*/ 0 w 15"/>
                <a:gd name="p0y49" fmla="*/ 1396 h 1772"/>
                <a:gd name="p0x50" fmla="*/ 0 w 15"/>
                <a:gd name="p0y50" fmla="*/ 1351 h 1772"/>
                <a:gd name="p0x51" fmla="*/ 0 w 15"/>
                <a:gd name="p0y51" fmla="*/ 1321 h 1772"/>
                <a:gd name="p0x52" fmla="*/ 15 w 15"/>
                <a:gd name="p0y52" fmla="*/ 1321 h 1772"/>
                <a:gd name="p0x53" fmla="*/ 15 w 15"/>
                <a:gd name="p0y53" fmla="*/ 1351 h 1772"/>
                <a:gd name="p0x54" fmla="*/ 0 w 15"/>
                <a:gd name="p0y54" fmla="*/ 1351 h 1772"/>
                <a:gd name="p0x55" fmla="*/ 0 w 15"/>
                <a:gd name="p0y55" fmla="*/ 1306 h 1772"/>
                <a:gd name="p0x56" fmla="*/ 0 w 15"/>
                <a:gd name="p0y56" fmla="*/ 1276 h 1772"/>
                <a:gd name="p0x57" fmla="*/ 15 w 15"/>
                <a:gd name="p0y57" fmla="*/ 1276 h 1772"/>
                <a:gd name="p0x58" fmla="*/ 15 w 15"/>
                <a:gd name="p0y58" fmla="*/ 1306 h 1772"/>
                <a:gd name="p0x59" fmla="*/ 0 w 15"/>
                <a:gd name="p0y59" fmla="*/ 1306 h 1772"/>
                <a:gd name="p0x60" fmla="*/ 0 w 15"/>
                <a:gd name="p0y60" fmla="*/ 1261 h 1772"/>
                <a:gd name="p0x61" fmla="*/ 0 w 15"/>
                <a:gd name="p0y61" fmla="*/ 1231 h 1772"/>
                <a:gd name="p0x62" fmla="*/ 15 w 15"/>
                <a:gd name="p0y62" fmla="*/ 1231 h 1772"/>
                <a:gd name="p0x63" fmla="*/ 15 w 15"/>
                <a:gd name="p0y63" fmla="*/ 1261 h 1772"/>
                <a:gd name="p0x64" fmla="*/ 0 w 15"/>
                <a:gd name="p0y64" fmla="*/ 1261 h 1772"/>
                <a:gd name="p0x65" fmla="*/ 0 w 15"/>
                <a:gd name="p0y65" fmla="*/ 1216 h 1772"/>
                <a:gd name="p0x66" fmla="*/ 0 w 15"/>
                <a:gd name="p0y66" fmla="*/ 1186 h 1772"/>
                <a:gd name="p0x67" fmla="*/ 15 w 15"/>
                <a:gd name="p0y67" fmla="*/ 1186 h 1772"/>
                <a:gd name="p0x68" fmla="*/ 15 w 15"/>
                <a:gd name="p0y68" fmla="*/ 1216 h 1772"/>
                <a:gd name="p0x69" fmla="*/ 0 w 15"/>
                <a:gd name="p0y69" fmla="*/ 1216 h 1772"/>
                <a:gd name="p0x70" fmla="*/ 0 w 15"/>
                <a:gd name="p0y70" fmla="*/ 1171 h 1772"/>
                <a:gd name="p0x71" fmla="*/ 0 w 15"/>
                <a:gd name="p0y71" fmla="*/ 1141 h 1772"/>
                <a:gd name="p0x72" fmla="*/ 15 w 15"/>
                <a:gd name="p0y72" fmla="*/ 1141 h 1772"/>
                <a:gd name="p0x73" fmla="*/ 15 w 15"/>
                <a:gd name="p0y73" fmla="*/ 1171 h 1772"/>
                <a:gd name="p0x74" fmla="*/ 0 w 15"/>
                <a:gd name="p0y74" fmla="*/ 1171 h 1772"/>
                <a:gd name="p0x75" fmla="*/ 0 w 15"/>
                <a:gd name="p0y75" fmla="*/ 1126 h 1772"/>
                <a:gd name="p0x76" fmla="*/ 0 w 15"/>
                <a:gd name="p0y76" fmla="*/ 1096 h 1772"/>
                <a:gd name="p0x77" fmla="*/ 15 w 15"/>
                <a:gd name="p0y77" fmla="*/ 1096 h 1772"/>
                <a:gd name="p0x78" fmla="*/ 15 w 15"/>
                <a:gd name="p0y78" fmla="*/ 1126 h 1772"/>
                <a:gd name="p0x79" fmla="*/ 0 w 15"/>
                <a:gd name="p0y79" fmla="*/ 1126 h 1772"/>
                <a:gd name="p0x80" fmla="*/ 0 w 15"/>
                <a:gd name="p0y80" fmla="*/ 1081 h 1772"/>
                <a:gd name="p0x81" fmla="*/ 0 w 15"/>
                <a:gd name="p0y81" fmla="*/ 1051 h 1772"/>
                <a:gd name="p0x82" fmla="*/ 15 w 15"/>
                <a:gd name="p0y82" fmla="*/ 1051 h 1772"/>
                <a:gd name="p0x83" fmla="*/ 15 w 15"/>
                <a:gd name="p0y83" fmla="*/ 1081 h 1772"/>
                <a:gd name="p0x84" fmla="*/ 0 w 15"/>
                <a:gd name="p0y84" fmla="*/ 1081 h 1772"/>
                <a:gd name="p0x85" fmla="*/ 0 w 15"/>
                <a:gd name="p0y85" fmla="*/ 1036 h 1772"/>
                <a:gd name="p0x86" fmla="*/ 0 w 15"/>
                <a:gd name="p0y86" fmla="*/ 1006 h 1772"/>
                <a:gd name="p0x87" fmla="*/ 15 w 15"/>
                <a:gd name="p0y87" fmla="*/ 1006 h 1772"/>
                <a:gd name="p0x88" fmla="*/ 15 w 15"/>
                <a:gd name="p0y88" fmla="*/ 1036 h 1772"/>
                <a:gd name="p0x89" fmla="*/ 0 w 15"/>
                <a:gd name="p0y89" fmla="*/ 1036 h 1772"/>
                <a:gd name="p0x90" fmla="*/ 0 w 15"/>
                <a:gd name="p0y90" fmla="*/ 991 h 1772"/>
                <a:gd name="p0x91" fmla="*/ 0 w 15"/>
                <a:gd name="p0y91" fmla="*/ 961 h 1772"/>
                <a:gd name="p0x92" fmla="*/ 15 w 15"/>
                <a:gd name="p0y92" fmla="*/ 961 h 1772"/>
                <a:gd name="p0x93" fmla="*/ 15 w 15"/>
                <a:gd name="p0y93" fmla="*/ 991 h 1772"/>
                <a:gd name="p0x94" fmla="*/ 0 w 15"/>
                <a:gd name="p0y94" fmla="*/ 991 h 1772"/>
                <a:gd name="p0x95" fmla="*/ 0 w 15"/>
                <a:gd name="p0y95" fmla="*/ 946 h 1772"/>
                <a:gd name="p0x96" fmla="*/ 0 w 15"/>
                <a:gd name="p0y96" fmla="*/ 916 h 1772"/>
                <a:gd name="p0x97" fmla="*/ 15 w 15"/>
                <a:gd name="p0y97" fmla="*/ 916 h 1772"/>
                <a:gd name="p0x98" fmla="*/ 15 w 15"/>
                <a:gd name="p0y98" fmla="*/ 946 h 1772"/>
                <a:gd name="p0x99" fmla="*/ 0 w 15"/>
                <a:gd name="p0y99" fmla="*/ 946 h 1772"/>
                <a:gd name="p0x100" fmla="*/ 0 w 15"/>
                <a:gd name="p0y100" fmla="*/ 901 h 1772"/>
                <a:gd name="p0x101" fmla="*/ 0 w 15"/>
                <a:gd name="p0y101" fmla="*/ 871 h 1772"/>
                <a:gd name="p0x102" fmla="*/ 15 w 15"/>
                <a:gd name="p0y102" fmla="*/ 871 h 1772"/>
                <a:gd name="p0x103" fmla="*/ 15 w 15"/>
                <a:gd name="p0y103" fmla="*/ 901 h 1772"/>
                <a:gd name="p0x104" fmla="*/ 0 w 15"/>
                <a:gd name="p0y104" fmla="*/ 901 h 1772"/>
                <a:gd name="p0x105" fmla="*/ 0 w 15"/>
                <a:gd name="p0y105" fmla="*/ 856 h 1772"/>
                <a:gd name="p0x106" fmla="*/ 0 w 15"/>
                <a:gd name="p0y106" fmla="*/ 826 h 1772"/>
                <a:gd name="p0x107" fmla="*/ 15 w 15"/>
                <a:gd name="p0y107" fmla="*/ 826 h 1772"/>
                <a:gd name="p0x108" fmla="*/ 15 w 15"/>
                <a:gd name="p0y108" fmla="*/ 856 h 1772"/>
                <a:gd name="p0x109" fmla="*/ 0 w 15"/>
                <a:gd name="p0y109" fmla="*/ 856 h 1772"/>
                <a:gd name="p0x110" fmla="*/ 0 w 15"/>
                <a:gd name="p0y110" fmla="*/ 811 h 1772"/>
                <a:gd name="p0x111" fmla="*/ 0 w 15"/>
                <a:gd name="p0y111" fmla="*/ 781 h 1772"/>
                <a:gd name="p0x112" fmla="*/ 15 w 15"/>
                <a:gd name="p0y112" fmla="*/ 781 h 1772"/>
                <a:gd name="p0x113" fmla="*/ 15 w 15"/>
                <a:gd name="p0y113" fmla="*/ 811 h 1772"/>
                <a:gd name="p0x114" fmla="*/ 0 w 15"/>
                <a:gd name="p0y114" fmla="*/ 811 h 1772"/>
                <a:gd name="p0x115" fmla="*/ 0 w 15"/>
                <a:gd name="p0y115" fmla="*/ 766 h 1772"/>
                <a:gd name="p0x116" fmla="*/ 0 w 15"/>
                <a:gd name="p0y116" fmla="*/ 736 h 1772"/>
                <a:gd name="p0x117" fmla="*/ 15 w 15"/>
                <a:gd name="p0y117" fmla="*/ 736 h 1772"/>
                <a:gd name="p0x118" fmla="*/ 15 w 15"/>
                <a:gd name="p0y118" fmla="*/ 766 h 1772"/>
                <a:gd name="p0x119" fmla="*/ 0 w 15"/>
                <a:gd name="p0y119" fmla="*/ 766 h 1772"/>
                <a:gd name="p0x120" fmla="*/ 0 w 15"/>
                <a:gd name="p0y120" fmla="*/ 721 h 1772"/>
                <a:gd name="p0x121" fmla="*/ 0 w 15"/>
                <a:gd name="p0y121" fmla="*/ 691 h 1772"/>
                <a:gd name="p0x122" fmla="*/ 15 w 15"/>
                <a:gd name="p0y122" fmla="*/ 691 h 1772"/>
                <a:gd name="p0x123" fmla="*/ 15 w 15"/>
                <a:gd name="p0y123" fmla="*/ 721 h 1772"/>
                <a:gd name="p0x124" fmla="*/ 0 w 15"/>
                <a:gd name="p0y124" fmla="*/ 721 h 1772"/>
                <a:gd name="p0x125" fmla="*/ 0 w 15"/>
                <a:gd name="p0y125" fmla="*/ 676 h 1772"/>
                <a:gd name="p0x126" fmla="*/ 0 w 15"/>
                <a:gd name="p0y126" fmla="*/ 646 h 1772"/>
                <a:gd name="p0x127" fmla="*/ 15 w 15"/>
                <a:gd name="p0y127" fmla="*/ 646 h 1772"/>
                <a:gd name="p0x128" fmla="*/ 15 w 15"/>
                <a:gd name="p0y128" fmla="*/ 676 h 1772"/>
                <a:gd name="p0x129" fmla="*/ 0 w 15"/>
                <a:gd name="p0y129" fmla="*/ 676 h 1772"/>
                <a:gd name="p0x130" fmla="*/ 0 w 15"/>
                <a:gd name="p0y130" fmla="*/ 631 h 1772"/>
                <a:gd name="p0x131" fmla="*/ 0 w 15"/>
                <a:gd name="p0y131" fmla="*/ 601 h 1772"/>
                <a:gd name="p0x132" fmla="*/ 15 w 15"/>
                <a:gd name="p0y132" fmla="*/ 601 h 1772"/>
                <a:gd name="p0x133" fmla="*/ 15 w 15"/>
                <a:gd name="p0y133" fmla="*/ 631 h 1772"/>
                <a:gd name="p0x134" fmla="*/ 0 w 15"/>
                <a:gd name="p0y134" fmla="*/ 631 h 1772"/>
                <a:gd name="p0x135" fmla="*/ 0 w 15"/>
                <a:gd name="p0y135" fmla="*/ 586 h 1772"/>
                <a:gd name="p0x136" fmla="*/ 0 w 15"/>
                <a:gd name="p0y136" fmla="*/ 556 h 1772"/>
                <a:gd name="p0x137" fmla="*/ 15 w 15"/>
                <a:gd name="p0y137" fmla="*/ 556 h 1772"/>
                <a:gd name="p0x138" fmla="*/ 15 w 15"/>
                <a:gd name="p0y138" fmla="*/ 586 h 1772"/>
                <a:gd name="p0x139" fmla="*/ 0 w 15"/>
                <a:gd name="p0y139" fmla="*/ 586 h 1772"/>
                <a:gd name="p0x140" fmla="*/ 0 w 15"/>
                <a:gd name="p0y140" fmla="*/ 541 h 1772"/>
                <a:gd name="p0x141" fmla="*/ 0 w 15"/>
                <a:gd name="p0y141" fmla="*/ 511 h 1772"/>
                <a:gd name="p0x142" fmla="*/ 15 w 15"/>
                <a:gd name="p0y142" fmla="*/ 511 h 1772"/>
                <a:gd name="p0x143" fmla="*/ 15 w 15"/>
                <a:gd name="p0y143" fmla="*/ 541 h 1772"/>
                <a:gd name="p0x144" fmla="*/ 0 w 15"/>
                <a:gd name="p0y144" fmla="*/ 541 h 1772"/>
                <a:gd name="p0x145" fmla="*/ 0 w 15"/>
                <a:gd name="p0y145" fmla="*/ 496 h 1772"/>
                <a:gd name="p0x146" fmla="*/ 0 w 15"/>
                <a:gd name="p0y146" fmla="*/ 466 h 1772"/>
                <a:gd name="p0x147" fmla="*/ 15 w 15"/>
                <a:gd name="p0y147" fmla="*/ 466 h 1772"/>
                <a:gd name="p0x148" fmla="*/ 15 w 15"/>
                <a:gd name="p0y148" fmla="*/ 496 h 1772"/>
                <a:gd name="p0x149" fmla="*/ 0 w 15"/>
                <a:gd name="p0y149" fmla="*/ 496 h 1772"/>
                <a:gd name="p0x150" fmla="*/ 0 w 15"/>
                <a:gd name="p0y150" fmla="*/ 451 h 1772"/>
                <a:gd name="p0x151" fmla="*/ 0 w 15"/>
                <a:gd name="p0y151" fmla="*/ 421 h 1772"/>
                <a:gd name="p0x152" fmla="*/ 15 w 15"/>
                <a:gd name="p0y152" fmla="*/ 421 h 1772"/>
                <a:gd name="p0x153" fmla="*/ 15 w 15"/>
                <a:gd name="p0y153" fmla="*/ 451 h 1772"/>
                <a:gd name="p0x154" fmla="*/ 0 w 15"/>
                <a:gd name="p0y154" fmla="*/ 451 h 1772"/>
                <a:gd name="p0x155" fmla="*/ 0 w 15"/>
                <a:gd name="p0y155" fmla="*/ 406 h 1772"/>
                <a:gd name="p0x156" fmla="*/ 0 w 15"/>
                <a:gd name="p0y156" fmla="*/ 376 h 1772"/>
                <a:gd name="p0x157" fmla="*/ 15 w 15"/>
                <a:gd name="p0y157" fmla="*/ 376 h 1772"/>
                <a:gd name="p0x158" fmla="*/ 15 w 15"/>
                <a:gd name="p0y158" fmla="*/ 406 h 1772"/>
                <a:gd name="p0x159" fmla="*/ 0 w 15"/>
                <a:gd name="p0y159" fmla="*/ 406 h 1772"/>
                <a:gd name="p0x160" fmla="*/ 0 w 15"/>
                <a:gd name="p0y160" fmla="*/ 361 h 1772"/>
                <a:gd name="p0x161" fmla="*/ 0 w 15"/>
                <a:gd name="p0y161" fmla="*/ 331 h 1772"/>
                <a:gd name="p0x162" fmla="*/ 15 w 15"/>
                <a:gd name="p0y162" fmla="*/ 331 h 1772"/>
                <a:gd name="p0x163" fmla="*/ 15 w 15"/>
                <a:gd name="p0y163" fmla="*/ 361 h 1772"/>
                <a:gd name="p0x164" fmla="*/ 0 w 15"/>
                <a:gd name="p0y164" fmla="*/ 361 h 1772"/>
                <a:gd name="p0x165" fmla="*/ 0 w 15"/>
                <a:gd name="p0y165" fmla="*/ 316 h 1772"/>
                <a:gd name="p0x166" fmla="*/ 0 w 15"/>
                <a:gd name="p0y166" fmla="*/ 286 h 1772"/>
                <a:gd name="p0x167" fmla="*/ 15 w 15"/>
                <a:gd name="p0y167" fmla="*/ 286 h 1772"/>
                <a:gd name="p0x168" fmla="*/ 15 w 15"/>
                <a:gd name="p0y168" fmla="*/ 316 h 1772"/>
                <a:gd name="p0x169" fmla="*/ 0 w 15"/>
                <a:gd name="p0y169" fmla="*/ 316 h 1772"/>
                <a:gd name="p0x170" fmla="*/ 0 w 15"/>
                <a:gd name="p0y170" fmla="*/ 271 h 1772"/>
                <a:gd name="p0x171" fmla="*/ 0 w 15"/>
                <a:gd name="p0y171" fmla="*/ 241 h 1772"/>
                <a:gd name="p0x172" fmla="*/ 15 w 15"/>
                <a:gd name="p0y172" fmla="*/ 241 h 1772"/>
                <a:gd name="p0x173" fmla="*/ 15 w 15"/>
                <a:gd name="p0y173" fmla="*/ 271 h 1772"/>
                <a:gd name="p0x174" fmla="*/ 0 w 15"/>
                <a:gd name="p0y174" fmla="*/ 271 h 1772"/>
                <a:gd name="p0x175" fmla="*/ 0 w 15"/>
                <a:gd name="p0y175" fmla="*/ 226 h 1772"/>
                <a:gd name="p0x176" fmla="*/ 0 w 15"/>
                <a:gd name="p0y176" fmla="*/ 196 h 1772"/>
                <a:gd name="p0x177" fmla="*/ 15 w 15"/>
                <a:gd name="p0y177" fmla="*/ 196 h 1772"/>
                <a:gd name="p0x178" fmla="*/ 15 w 15"/>
                <a:gd name="p0y178" fmla="*/ 226 h 1772"/>
                <a:gd name="p0x179" fmla="*/ 0 w 15"/>
                <a:gd name="p0y179" fmla="*/ 226 h 1772"/>
                <a:gd name="p0x180" fmla="*/ 0 w 15"/>
                <a:gd name="p0y180" fmla="*/ 181 h 1772"/>
                <a:gd name="p0x181" fmla="*/ 0 w 15"/>
                <a:gd name="p0y181" fmla="*/ 151 h 1772"/>
                <a:gd name="p0x182" fmla="*/ 15 w 15"/>
                <a:gd name="p0y182" fmla="*/ 151 h 1772"/>
                <a:gd name="p0x183" fmla="*/ 15 w 15"/>
                <a:gd name="p0y183" fmla="*/ 181 h 1772"/>
                <a:gd name="p0x184" fmla="*/ 0 w 15"/>
                <a:gd name="p0y184" fmla="*/ 181 h 1772"/>
                <a:gd name="p0x185" fmla="*/ 0 w 15"/>
                <a:gd name="p0y185" fmla="*/ 136 h 1772"/>
                <a:gd name="p0x186" fmla="*/ 0 w 15"/>
                <a:gd name="p0y186" fmla="*/ 106 h 1772"/>
                <a:gd name="p0x187" fmla="*/ 15 w 15"/>
                <a:gd name="p0y187" fmla="*/ 106 h 1772"/>
                <a:gd name="p0x188" fmla="*/ 15 w 15"/>
                <a:gd name="p0y188" fmla="*/ 136 h 1772"/>
                <a:gd name="p0x189" fmla="*/ 0 w 15"/>
                <a:gd name="p0y189" fmla="*/ 136 h 1772"/>
                <a:gd name="p0x190" fmla="*/ 0 w 15"/>
                <a:gd name="p0y190" fmla="*/ 91 h 1772"/>
                <a:gd name="p0x191" fmla="*/ 0 w 15"/>
                <a:gd name="p0y191" fmla="*/ 61 h 1772"/>
                <a:gd name="p0x192" fmla="*/ 15 w 15"/>
                <a:gd name="p0y192" fmla="*/ 61 h 1772"/>
                <a:gd name="p0x193" fmla="*/ 15 w 15"/>
                <a:gd name="p0y193" fmla="*/ 91 h 1772"/>
                <a:gd name="p0x194" fmla="*/ 0 w 15"/>
                <a:gd name="p0y194" fmla="*/ 91 h 1772"/>
                <a:gd name="p0x195" fmla="*/ 0 w 15"/>
                <a:gd name="p0y195" fmla="*/ 46 h 1772"/>
                <a:gd name="p0x196" fmla="*/ 0 w 15"/>
                <a:gd name="p0y196" fmla="*/ 16 h 1772"/>
                <a:gd name="p0x197" fmla="*/ 15 w 15"/>
                <a:gd name="p0y197" fmla="*/ 16 h 1772"/>
                <a:gd name="p0x198" fmla="*/ 15 w 15"/>
                <a:gd name="p0y198" fmla="*/ 46 h 1772"/>
                <a:gd name="p0x199" fmla="*/ 0 w 15"/>
                <a:gd name="p0y199" fmla="*/ 46 h 1772"/>
                <a:gd name="p0x200" fmla="*/ 0 w 15"/>
                <a:gd name="p0y200" fmla="*/ 1 h 1772"/>
                <a:gd name="p0x201" fmla="*/ 0 w 15"/>
                <a:gd name="p0y201" fmla="*/ 0 h 1772"/>
                <a:gd name="p0x202" fmla="*/ 15 w 15"/>
                <a:gd name="p0y202" fmla="*/ 0 h 1772"/>
                <a:gd name="p0x203" fmla="*/ 15 w 15"/>
                <a:gd name="p0y203" fmla="*/ 1 h 1772"/>
                <a:gd name="p0x204" fmla="*/ 0 w 15"/>
                <a:gd name="p0y204" fmla="*/ 1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</a:path>
              </a:pathLst>
            </a:custGeom>
            <a:solidFill>
              <a:srgbClr val="FFFFFF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7" name="任意多边形 46"/>
          <p:cNvSpPr/>
          <p:nvPr>
            <p:custDataLst>
              <p:tags r:id="rId37"/>
            </p:custDataLst>
          </p:nvPr>
        </p:nvSpPr>
        <p:spPr>
          <a:xfrm>
            <a:off x="9363075" y="457644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533400" y="34194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任务量大小</a:t>
            </a:r>
            <a:endParaRPr lang="zh-CN" sz="30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657225" y="2964815"/>
            <a:ext cx="10877550" cy="9525"/>
          </a:xfrm>
          <a:prstGeom prst="rect">
            <a:avLst/>
          </a:pr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63575" y="3398098"/>
            <a:ext cx="20002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脚本代码</a:t>
            </a:r>
            <a:endParaRPr lang="zh-CN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657225" y="3897630"/>
            <a:ext cx="1981200" cy="1158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zh-CN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GDScript</a:t>
            </a:r>
            <a:r>
              <a:rPr lang="zh-CN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46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个文件，约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13800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行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有效代码</a:t>
            </a:r>
            <a:r>
              <a:rPr lang="zh-CN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约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11000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行（注释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800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行，空行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2000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行）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endParaRPr lang="en-US" altLang="zh-CN" sz="1200" b="1">
              <a:solidFill>
                <a:srgbClr val="FDF5F3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657225" y="3507740"/>
            <a:ext cx="8890" cy="1125220"/>
            <a:chOff x="1035" y="5524"/>
            <a:chExt cx="14" cy="1772"/>
          </a:xfrm>
        </p:grpSpPr>
        <p:sp>
          <p:nvSpPr>
            <p:cNvPr id="9" name="任意多边形 8"/>
            <p:cNvSpPr/>
            <p:nvPr>
              <p:custDataLst>
                <p:tags r:id="rId5"/>
              </p:custDataLst>
            </p:nvPr>
          </p:nvSpPr>
          <p:spPr>
            <a:xfrm>
              <a:off x="1035" y="5524"/>
              <a:ext cx="15" cy="1773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0 h 1772"/>
                <a:gd name="p0x1" fmla="*/ 15 w 15"/>
                <a:gd name="p0y1" fmla="*/ 0 h 1772"/>
                <a:gd name="p0x2" fmla="*/ 15 w 15"/>
                <a:gd name="p0y2" fmla="*/ 1772 h 1772"/>
                <a:gd name="p0x3" fmla="*/ 0 w 15"/>
                <a:gd name="p0y3" fmla="*/ 1772 h 1772"/>
                <a:gd name="p0x4" fmla="*/ 0 w 15"/>
                <a:gd name="p0y4" fmla="*/ 0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>
              <a:off x="1035" y="5524"/>
              <a:ext cx="15" cy="1773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1772 h 1772"/>
                <a:gd name="p0x1" fmla="*/ 0 w 15"/>
                <a:gd name="p0y1" fmla="*/ 1771 h 1772"/>
                <a:gd name="p0x2" fmla="*/ 15 w 15"/>
                <a:gd name="p0y2" fmla="*/ 1771 h 1772"/>
                <a:gd name="p0x3" fmla="*/ 15 w 15"/>
                <a:gd name="p0y3" fmla="*/ 1772 h 1772"/>
                <a:gd name="p0x4" fmla="*/ 0 w 15"/>
                <a:gd name="p0y4" fmla="*/ 1772 h 1772"/>
                <a:gd name="p0x5" fmla="*/ 0 w 15"/>
                <a:gd name="p0y5" fmla="*/ 1756 h 1772"/>
                <a:gd name="p0x6" fmla="*/ 0 w 15"/>
                <a:gd name="p0y6" fmla="*/ 1726 h 1772"/>
                <a:gd name="p0x7" fmla="*/ 15 w 15"/>
                <a:gd name="p0y7" fmla="*/ 1726 h 1772"/>
                <a:gd name="p0x8" fmla="*/ 15 w 15"/>
                <a:gd name="p0y8" fmla="*/ 1756 h 1772"/>
                <a:gd name="p0x9" fmla="*/ 0 w 15"/>
                <a:gd name="p0y9" fmla="*/ 1756 h 1772"/>
                <a:gd name="p0x10" fmla="*/ 0 w 15"/>
                <a:gd name="p0y10" fmla="*/ 1711 h 1772"/>
                <a:gd name="p0x11" fmla="*/ 0 w 15"/>
                <a:gd name="p0y11" fmla="*/ 1681 h 1772"/>
                <a:gd name="p0x12" fmla="*/ 15 w 15"/>
                <a:gd name="p0y12" fmla="*/ 1681 h 1772"/>
                <a:gd name="p0x13" fmla="*/ 15 w 15"/>
                <a:gd name="p0y13" fmla="*/ 1711 h 1772"/>
                <a:gd name="p0x14" fmla="*/ 0 w 15"/>
                <a:gd name="p0y14" fmla="*/ 1711 h 1772"/>
                <a:gd name="p0x15" fmla="*/ 0 w 15"/>
                <a:gd name="p0y15" fmla="*/ 1666 h 1772"/>
                <a:gd name="p0x16" fmla="*/ 0 w 15"/>
                <a:gd name="p0y16" fmla="*/ 1636 h 1772"/>
                <a:gd name="p0x17" fmla="*/ 15 w 15"/>
                <a:gd name="p0y17" fmla="*/ 1636 h 1772"/>
                <a:gd name="p0x18" fmla="*/ 15 w 15"/>
                <a:gd name="p0y18" fmla="*/ 1666 h 1772"/>
                <a:gd name="p0x19" fmla="*/ 0 w 15"/>
                <a:gd name="p0y19" fmla="*/ 1666 h 1772"/>
                <a:gd name="p0x20" fmla="*/ 0 w 15"/>
                <a:gd name="p0y20" fmla="*/ 1621 h 1772"/>
                <a:gd name="p0x21" fmla="*/ 0 w 15"/>
                <a:gd name="p0y21" fmla="*/ 1591 h 1772"/>
                <a:gd name="p0x22" fmla="*/ 15 w 15"/>
                <a:gd name="p0y22" fmla="*/ 1591 h 1772"/>
                <a:gd name="p0x23" fmla="*/ 15 w 15"/>
                <a:gd name="p0y23" fmla="*/ 1621 h 1772"/>
                <a:gd name="p0x24" fmla="*/ 0 w 15"/>
                <a:gd name="p0y24" fmla="*/ 1621 h 1772"/>
                <a:gd name="p0x25" fmla="*/ 0 w 15"/>
                <a:gd name="p0y25" fmla="*/ 1576 h 1772"/>
                <a:gd name="p0x26" fmla="*/ 0 w 15"/>
                <a:gd name="p0y26" fmla="*/ 1546 h 1772"/>
                <a:gd name="p0x27" fmla="*/ 15 w 15"/>
                <a:gd name="p0y27" fmla="*/ 1546 h 1772"/>
                <a:gd name="p0x28" fmla="*/ 15 w 15"/>
                <a:gd name="p0y28" fmla="*/ 1576 h 1772"/>
                <a:gd name="p0x29" fmla="*/ 0 w 15"/>
                <a:gd name="p0y29" fmla="*/ 1576 h 1772"/>
                <a:gd name="p0x30" fmla="*/ 0 w 15"/>
                <a:gd name="p0y30" fmla="*/ 1531 h 1772"/>
                <a:gd name="p0x31" fmla="*/ 0 w 15"/>
                <a:gd name="p0y31" fmla="*/ 1501 h 1772"/>
                <a:gd name="p0x32" fmla="*/ 15 w 15"/>
                <a:gd name="p0y32" fmla="*/ 1501 h 1772"/>
                <a:gd name="p0x33" fmla="*/ 15 w 15"/>
                <a:gd name="p0y33" fmla="*/ 1531 h 1772"/>
                <a:gd name="p0x34" fmla="*/ 0 w 15"/>
                <a:gd name="p0y34" fmla="*/ 1531 h 1772"/>
                <a:gd name="p0x35" fmla="*/ 0 w 15"/>
                <a:gd name="p0y35" fmla="*/ 1486 h 1772"/>
                <a:gd name="p0x36" fmla="*/ 0 w 15"/>
                <a:gd name="p0y36" fmla="*/ 1456 h 1772"/>
                <a:gd name="p0x37" fmla="*/ 15 w 15"/>
                <a:gd name="p0y37" fmla="*/ 1456 h 1772"/>
                <a:gd name="p0x38" fmla="*/ 15 w 15"/>
                <a:gd name="p0y38" fmla="*/ 1486 h 1772"/>
                <a:gd name="p0x39" fmla="*/ 0 w 15"/>
                <a:gd name="p0y39" fmla="*/ 1486 h 1772"/>
                <a:gd name="p0x40" fmla="*/ 0 w 15"/>
                <a:gd name="p0y40" fmla="*/ 1441 h 1772"/>
                <a:gd name="p0x41" fmla="*/ 0 w 15"/>
                <a:gd name="p0y41" fmla="*/ 1411 h 1772"/>
                <a:gd name="p0x42" fmla="*/ 15 w 15"/>
                <a:gd name="p0y42" fmla="*/ 1411 h 1772"/>
                <a:gd name="p0x43" fmla="*/ 15 w 15"/>
                <a:gd name="p0y43" fmla="*/ 1441 h 1772"/>
                <a:gd name="p0x44" fmla="*/ 0 w 15"/>
                <a:gd name="p0y44" fmla="*/ 1441 h 1772"/>
                <a:gd name="p0x45" fmla="*/ 0 w 15"/>
                <a:gd name="p0y45" fmla="*/ 1396 h 1772"/>
                <a:gd name="p0x46" fmla="*/ 0 w 15"/>
                <a:gd name="p0y46" fmla="*/ 1366 h 1772"/>
                <a:gd name="p0x47" fmla="*/ 15 w 15"/>
                <a:gd name="p0y47" fmla="*/ 1366 h 1772"/>
                <a:gd name="p0x48" fmla="*/ 15 w 15"/>
                <a:gd name="p0y48" fmla="*/ 1396 h 1772"/>
                <a:gd name="p0x49" fmla="*/ 0 w 15"/>
                <a:gd name="p0y49" fmla="*/ 1396 h 1772"/>
                <a:gd name="p0x50" fmla="*/ 0 w 15"/>
                <a:gd name="p0y50" fmla="*/ 1351 h 1772"/>
                <a:gd name="p0x51" fmla="*/ 0 w 15"/>
                <a:gd name="p0y51" fmla="*/ 1321 h 1772"/>
                <a:gd name="p0x52" fmla="*/ 15 w 15"/>
                <a:gd name="p0y52" fmla="*/ 1321 h 1772"/>
                <a:gd name="p0x53" fmla="*/ 15 w 15"/>
                <a:gd name="p0y53" fmla="*/ 1351 h 1772"/>
                <a:gd name="p0x54" fmla="*/ 0 w 15"/>
                <a:gd name="p0y54" fmla="*/ 1351 h 1772"/>
                <a:gd name="p0x55" fmla="*/ 0 w 15"/>
                <a:gd name="p0y55" fmla="*/ 1306 h 1772"/>
                <a:gd name="p0x56" fmla="*/ 0 w 15"/>
                <a:gd name="p0y56" fmla="*/ 1276 h 1772"/>
                <a:gd name="p0x57" fmla="*/ 15 w 15"/>
                <a:gd name="p0y57" fmla="*/ 1276 h 1772"/>
                <a:gd name="p0x58" fmla="*/ 15 w 15"/>
                <a:gd name="p0y58" fmla="*/ 1306 h 1772"/>
                <a:gd name="p0x59" fmla="*/ 0 w 15"/>
                <a:gd name="p0y59" fmla="*/ 1306 h 1772"/>
                <a:gd name="p0x60" fmla="*/ 0 w 15"/>
                <a:gd name="p0y60" fmla="*/ 1261 h 1772"/>
                <a:gd name="p0x61" fmla="*/ 0 w 15"/>
                <a:gd name="p0y61" fmla="*/ 1231 h 1772"/>
                <a:gd name="p0x62" fmla="*/ 15 w 15"/>
                <a:gd name="p0y62" fmla="*/ 1231 h 1772"/>
                <a:gd name="p0x63" fmla="*/ 15 w 15"/>
                <a:gd name="p0y63" fmla="*/ 1261 h 1772"/>
                <a:gd name="p0x64" fmla="*/ 0 w 15"/>
                <a:gd name="p0y64" fmla="*/ 1261 h 1772"/>
                <a:gd name="p0x65" fmla="*/ 0 w 15"/>
                <a:gd name="p0y65" fmla="*/ 1216 h 1772"/>
                <a:gd name="p0x66" fmla="*/ 0 w 15"/>
                <a:gd name="p0y66" fmla="*/ 1186 h 1772"/>
                <a:gd name="p0x67" fmla="*/ 15 w 15"/>
                <a:gd name="p0y67" fmla="*/ 1186 h 1772"/>
                <a:gd name="p0x68" fmla="*/ 15 w 15"/>
                <a:gd name="p0y68" fmla="*/ 1216 h 1772"/>
                <a:gd name="p0x69" fmla="*/ 0 w 15"/>
                <a:gd name="p0y69" fmla="*/ 1216 h 1772"/>
                <a:gd name="p0x70" fmla="*/ 0 w 15"/>
                <a:gd name="p0y70" fmla="*/ 1171 h 1772"/>
                <a:gd name="p0x71" fmla="*/ 0 w 15"/>
                <a:gd name="p0y71" fmla="*/ 1141 h 1772"/>
                <a:gd name="p0x72" fmla="*/ 15 w 15"/>
                <a:gd name="p0y72" fmla="*/ 1141 h 1772"/>
                <a:gd name="p0x73" fmla="*/ 15 w 15"/>
                <a:gd name="p0y73" fmla="*/ 1171 h 1772"/>
                <a:gd name="p0x74" fmla="*/ 0 w 15"/>
                <a:gd name="p0y74" fmla="*/ 1171 h 1772"/>
                <a:gd name="p0x75" fmla="*/ 0 w 15"/>
                <a:gd name="p0y75" fmla="*/ 1126 h 1772"/>
                <a:gd name="p0x76" fmla="*/ 0 w 15"/>
                <a:gd name="p0y76" fmla="*/ 1096 h 1772"/>
                <a:gd name="p0x77" fmla="*/ 15 w 15"/>
                <a:gd name="p0y77" fmla="*/ 1096 h 1772"/>
                <a:gd name="p0x78" fmla="*/ 15 w 15"/>
                <a:gd name="p0y78" fmla="*/ 1126 h 1772"/>
                <a:gd name="p0x79" fmla="*/ 0 w 15"/>
                <a:gd name="p0y79" fmla="*/ 1126 h 1772"/>
                <a:gd name="p0x80" fmla="*/ 0 w 15"/>
                <a:gd name="p0y80" fmla="*/ 1081 h 1772"/>
                <a:gd name="p0x81" fmla="*/ 0 w 15"/>
                <a:gd name="p0y81" fmla="*/ 1051 h 1772"/>
                <a:gd name="p0x82" fmla="*/ 15 w 15"/>
                <a:gd name="p0y82" fmla="*/ 1051 h 1772"/>
                <a:gd name="p0x83" fmla="*/ 15 w 15"/>
                <a:gd name="p0y83" fmla="*/ 1081 h 1772"/>
                <a:gd name="p0x84" fmla="*/ 0 w 15"/>
                <a:gd name="p0y84" fmla="*/ 1081 h 1772"/>
                <a:gd name="p0x85" fmla="*/ 0 w 15"/>
                <a:gd name="p0y85" fmla="*/ 1036 h 1772"/>
                <a:gd name="p0x86" fmla="*/ 0 w 15"/>
                <a:gd name="p0y86" fmla="*/ 1006 h 1772"/>
                <a:gd name="p0x87" fmla="*/ 15 w 15"/>
                <a:gd name="p0y87" fmla="*/ 1006 h 1772"/>
                <a:gd name="p0x88" fmla="*/ 15 w 15"/>
                <a:gd name="p0y88" fmla="*/ 1036 h 1772"/>
                <a:gd name="p0x89" fmla="*/ 0 w 15"/>
                <a:gd name="p0y89" fmla="*/ 1036 h 1772"/>
                <a:gd name="p0x90" fmla="*/ 0 w 15"/>
                <a:gd name="p0y90" fmla="*/ 991 h 1772"/>
                <a:gd name="p0x91" fmla="*/ 0 w 15"/>
                <a:gd name="p0y91" fmla="*/ 961 h 1772"/>
                <a:gd name="p0x92" fmla="*/ 15 w 15"/>
                <a:gd name="p0y92" fmla="*/ 961 h 1772"/>
                <a:gd name="p0x93" fmla="*/ 15 w 15"/>
                <a:gd name="p0y93" fmla="*/ 991 h 1772"/>
                <a:gd name="p0x94" fmla="*/ 0 w 15"/>
                <a:gd name="p0y94" fmla="*/ 991 h 1772"/>
                <a:gd name="p0x95" fmla="*/ 0 w 15"/>
                <a:gd name="p0y95" fmla="*/ 946 h 1772"/>
                <a:gd name="p0x96" fmla="*/ 0 w 15"/>
                <a:gd name="p0y96" fmla="*/ 916 h 1772"/>
                <a:gd name="p0x97" fmla="*/ 15 w 15"/>
                <a:gd name="p0y97" fmla="*/ 916 h 1772"/>
                <a:gd name="p0x98" fmla="*/ 15 w 15"/>
                <a:gd name="p0y98" fmla="*/ 946 h 1772"/>
                <a:gd name="p0x99" fmla="*/ 0 w 15"/>
                <a:gd name="p0y99" fmla="*/ 946 h 1772"/>
                <a:gd name="p0x100" fmla="*/ 0 w 15"/>
                <a:gd name="p0y100" fmla="*/ 901 h 1772"/>
                <a:gd name="p0x101" fmla="*/ 0 w 15"/>
                <a:gd name="p0y101" fmla="*/ 871 h 1772"/>
                <a:gd name="p0x102" fmla="*/ 15 w 15"/>
                <a:gd name="p0y102" fmla="*/ 871 h 1772"/>
                <a:gd name="p0x103" fmla="*/ 15 w 15"/>
                <a:gd name="p0y103" fmla="*/ 901 h 1772"/>
                <a:gd name="p0x104" fmla="*/ 0 w 15"/>
                <a:gd name="p0y104" fmla="*/ 901 h 1772"/>
                <a:gd name="p0x105" fmla="*/ 0 w 15"/>
                <a:gd name="p0y105" fmla="*/ 856 h 1772"/>
                <a:gd name="p0x106" fmla="*/ 0 w 15"/>
                <a:gd name="p0y106" fmla="*/ 826 h 1772"/>
                <a:gd name="p0x107" fmla="*/ 15 w 15"/>
                <a:gd name="p0y107" fmla="*/ 826 h 1772"/>
                <a:gd name="p0x108" fmla="*/ 15 w 15"/>
                <a:gd name="p0y108" fmla="*/ 856 h 1772"/>
                <a:gd name="p0x109" fmla="*/ 0 w 15"/>
                <a:gd name="p0y109" fmla="*/ 856 h 1772"/>
                <a:gd name="p0x110" fmla="*/ 0 w 15"/>
                <a:gd name="p0y110" fmla="*/ 811 h 1772"/>
                <a:gd name="p0x111" fmla="*/ 0 w 15"/>
                <a:gd name="p0y111" fmla="*/ 781 h 1772"/>
                <a:gd name="p0x112" fmla="*/ 15 w 15"/>
                <a:gd name="p0y112" fmla="*/ 781 h 1772"/>
                <a:gd name="p0x113" fmla="*/ 15 w 15"/>
                <a:gd name="p0y113" fmla="*/ 811 h 1772"/>
                <a:gd name="p0x114" fmla="*/ 0 w 15"/>
                <a:gd name="p0y114" fmla="*/ 811 h 1772"/>
                <a:gd name="p0x115" fmla="*/ 0 w 15"/>
                <a:gd name="p0y115" fmla="*/ 766 h 1772"/>
                <a:gd name="p0x116" fmla="*/ 0 w 15"/>
                <a:gd name="p0y116" fmla="*/ 736 h 1772"/>
                <a:gd name="p0x117" fmla="*/ 15 w 15"/>
                <a:gd name="p0y117" fmla="*/ 736 h 1772"/>
                <a:gd name="p0x118" fmla="*/ 15 w 15"/>
                <a:gd name="p0y118" fmla="*/ 766 h 1772"/>
                <a:gd name="p0x119" fmla="*/ 0 w 15"/>
                <a:gd name="p0y119" fmla="*/ 766 h 1772"/>
                <a:gd name="p0x120" fmla="*/ 0 w 15"/>
                <a:gd name="p0y120" fmla="*/ 721 h 1772"/>
                <a:gd name="p0x121" fmla="*/ 0 w 15"/>
                <a:gd name="p0y121" fmla="*/ 691 h 1772"/>
                <a:gd name="p0x122" fmla="*/ 15 w 15"/>
                <a:gd name="p0y122" fmla="*/ 691 h 1772"/>
                <a:gd name="p0x123" fmla="*/ 15 w 15"/>
                <a:gd name="p0y123" fmla="*/ 721 h 1772"/>
                <a:gd name="p0x124" fmla="*/ 0 w 15"/>
                <a:gd name="p0y124" fmla="*/ 721 h 1772"/>
                <a:gd name="p0x125" fmla="*/ 0 w 15"/>
                <a:gd name="p0y125" fmla="*/ 676 h 1772"/>
                <a:gd name="p0x126" fmla="*/ 0 w 15"/>
                <a:gd name="p0y126" fmla="*/ 646 h 1772"/>
                <a:gd name="p0x127" fmla="*/ 15 w 15"/>
                <a:gd name="p0y127" fmla="*/ 646 h 1772"/>
                <a:gd name="p0x128" fmla="*/ 15 w 15"/>
                <a:gd name="p0y128" fmla="*/ 676 h 1772"/>
                <a:gd name="p0x129" fmla="*/ 0 w 15"/>
                <a:gd name="p0y129" fmla="*/ 676 h 1772"/>
                <a:gd name="p0x130" fmla="*/ 0 w 15"/>
                <a:gd name="p0y130" fmla="*/ 631 h 1772"/>
                <a:gd name="p0x131" fmla="*/ 0 w 15"/>
                <a:gd name="p0y131" fmla="*/ 601 h 1772"/>
                <a:gd name="p0x132" fmla="*/ 15 w 15"/>
                <a:gd name="p0y132" fmla="*/ 601 h 1772"/>
                <a:gd name="p0x133" fmla="*/ 15 w 15"/>
                <a:gd name="p0y133" fmla="*/ 631 h 1772"/>
                <a:gd name="p0x134" fmla="*/ 0 w 15"/>
                <a:gd name="p0y134" fmla="*/ 631 h 1772"/>
                <a:gd name="p0x135" fmla="*/ 0 w 15"/>
                <a:gd name="p0y135" fmla="*/ 586 h 1772"/>
                <a:gd name="p0x136" fmla="*/ 0 w 15"/>
                <a:gd name="p0y136" fmla="*/ 556 h 1772"/>
                <a:gd name="p0x137" fmla="*/ 15 w 15"/>
                <a:gd name="p0y137" fmla="*/ 556 h 1772"/>
                <a:gd name="p0x138" fmla="*/ 15 w 15"/>
                <a:gd name="p0y138" fmla="*/ 586 h 1772"/>
                <a:gd name="p0x139" fmla="*/ 0 w 15"/>
                <a:gd name="p0y139" fmla="*/ 586 h 1772"/>
                <a:gd name="p0x140" fmla="*/ 0 w 15"/>
                <a:gd name="p0y140" fmla="*/ 541 h 1772"/>
                <a:gd name="p0x141" fmla="*/ 0 w 15"/>
                <a:gd name="p0y141" fmla="*/ 511 h 1772"/>
                <a:gd name="p0x142" fmla="*/ 15 w 15"/>
                <a:gd name="p0y142" fmla="*/ 511 h 1772"/>
                <a:gd name="p0x143" fmla="*/ 15 w 15"/>
                <a:gd name="p0y143" fmla="*/ 541 h 1772"/>
                <a:gd name="p0x144" fmla="*/ 0 w 15"/>
                <a:gd name="p0y144" fmla="*/ 541 h 1772"/>
                <a:gd name="p0x145" fmla="*/ 0 w 15"/>
                <a:gd name="p0y145" fmla="*/ 496 h 1772"/>
                <a:gd name="p0x146" fmla="*/ 0 w 15"/>
                <a:gd name="p0y146" fmla="*/ 466 h 1772"/>
                <a:gd name="p0x147" fmla="*/ 15 w 15"/>
                <a:gd name="p0y147" fmla="*/ 466 h 1772"/>
                <a:gd name="p0x148" fmla="*/ 15 w 15"/>
                <a:gd name="p0y148" fmla="*/ 496 h 1772"/>
                <a:gd name="p0x149" fmla="*/ 0 w 15"/>
                <a:gd name="p0y149" fmla="*/ 496 h 1772"/>
                <a:gd name="p0x150" fmla="*/ 0 w 15"/>
                <a:gd name="p0y150" fmla="*/ 451 h 1772"/>
                <a:gd name="p0x151" fmla="*/ 0 w 15"/>
                <a:gd name="p0y151" fmla="*/ 421 h 1772"/>
                <a:gd name="p0x152" fmla="*/ 15 w 15"/>
                <a:gd name="p0y152" fmla="*/ 421 h 1772"/>
                <a:gd name="p0x153" fmla="*/ 15 w 15"/>
                <a:gd name="p0y153" fmla="*/ 451 h 1772"/>
                <a:gd name="p0x154" fmla="*/ 0 w 15"/>
                <a:gd name="p0y154" fmla="*/ 451 h 1772"/>
                <a:gd name="p0x155" fmla="*/ 0 w 15"/>
                <a:gd name="p0y155" fmla="*/ 406 h 1772"/>
                <a:gd name="p0x156" fmla="*/ 0 w 15"/>
                <a:gd name="p0y156" fmla="*/ 376 h 1772"/>
                <a:gd name="p0x157" fmla="*/ 15 w 15"/>
                <a:gd name="p0y157" fmla="*/ 376 h 1772"/>
                <a:gd name="p0x158" fmla="*/ 15 w 15"/>
                <a:gd name="p0y158" fmla="*/ 406 h 1772"/>
                <a:gd name="p0x159" fmla="*/ 0 w 15"/>
                <a:gd name="p0y159" fmla="*/ 406 h 1772"/>
                <a:gd name="p0x160" fmla="*/ 0 w 15"/>
                <a:gd name="p0y160" fmla="*/ 361 h 1772"/>
                <a:gd name="p0x161" fmla="*/ 0 w 15"/>
                <a:gd name="p0y161" fmla="*/ 331 h 1772"/>
                <a:gd name="p0x162" fmla="*/ 15 w 15"/>
                <a:gd name="p0y162" fmla="*/ 331 h 1772"/>
                <a:gd name="p0x163" fmla="*/ 15 w 15"/>
                <a:gd name="p0y163" fmla="*/ 361 h 1772"/>
                <a:gd name="p0x164" fmla="*/ 0 w 15"/>
                <a:gd name="p0y164" fmla="*/ 361 h 1772"/>
                <a:gd name="p0x165" fmla="*/ 0 w 15"/>
                <a:gd name="p0y165" fmla="*/ 316 h 1772"/>
                <a:gd name="p0x166" fmla="*/ 0 w 15"/>
                <a:gd name="p0y166" fmla="*/ 286 h 1772"/>
                <a:gd name="p0x167" fmla="*/ 15 w 15"/>
                <a:gd name="p0y167" fmla="*/ 286 h 1772"/>
                <a:gd name="p0x168" fmla="*/ 15 w 15"/>
                <a:gd name="p0y168" fmla="*/ 316 h 1772"/>
                <a:gd name="p0x169" fmla="*/ 0 w 15"/>
                <a:gd name="p0y169" fmla="*/ 316 h 1772"/>
                <a:gd name="p0x170" fmla="*/ 0 w 15"/>
                <a:gd name="p0y170" fmla="*/ 271 h 1772"/>
                <a:gd name="p0x171" fmla="*/ 0 w 15"/>
                <a:gd name="p0y171" fmla="*/ 241 h 1772"/>
                <a:gd name="p0x172" fmla="*/ 15 w 15"/>
                <a:gd name="p0y172" fmla="*/ 241 h 1772"/>
                <a:gd name="p0x173" fmla="*/ 15 w 15"/>
                <a:gd name="p0y173" fmla="*/ 271 h 1772"/>
                <a:gd name="p0x174" fmla="*/ 0 w 15"/>
                <a:gd name="p0y174" fmla="*/ 271 h 1772"/>
                <a:gd name="p0x175" fmla="*/ 0 w 15"/>
                <a:gd name="p0y175" fmla="*/ 226 h 1772"/>
                <a:gd name="p0x176" fmla="*/ 0 w 15"/>
                <a:gd name="p0y176" fmla="*/ 196 h 1772"/>
                <a:gd name="p0x177" fmla="*/ 15 w 15"/>
                <a:gd name="p0y177" fmla="*/ 196 h 1772"/>
                <a:gd name="p0x178" fmla="*/ 15 w 15"/>
                <a:gd name="p0y178" fmla="*/ 226 h 1772"/>
                <a:gd name="p0x179" fmla="*/ 0 w 15"/>
                <a:gd name="p0y179" fmla="*/ 226 h 1772"/>
                <a:gd name="p0x180" fmla="*/ 0 w 15"/>
                <a:gd name="p0y180" fmla="*/ 181 h 1772"/>
                <a:gd name="p0x181" fmla="*/ 0 w 15"/>
                <a:gd name="p0y181" fmla="*/ 151 h 1772"/>
                <a:gd name="p0x182" fmla="*/ 15 w 15"/>
                <a:gd name="p0y182" fmla="*/ 151 h 1772"/>
                <a:gd name="p0x183" fmla="*/ 15 w 15"/>
                <a:gd name="p0y183" fmla="*/ 181 h 1772"/>
                <a:gd name="p0x184" fmla="*/ 0 w 15"/>
                <a:gd name="p0y184" fmla="*/ 181 h 1772"/>
                <a:gd name="p0x185" fmla="*/ 0 w 15"/>
                <a:gd name="p0y185" fmla="*/ 136 h 1772"/>
                <a:gd name="p0x186" fmla="*/ 0 w 15"/>
                <a:gd name="p0y186" fmla="*/ 106 h 1772"/>
                <a:gd name="p0x187" fmla="*/ 15 w 15"/>
                <a:gd name="p0y187" fmla="*/ 106 h 1772"/>
                <a:gd name="p0x188" fmla="*/ 15 w 15"/>
                <a:gd name="p0y188" fmla="*/ 136 h 1772"/>
                <a:gd name="p0x189" fmla="*/ 0 w 15"/>
                <a:gd name="p0y189" fmla="*/ 136 h 1772"/>
                <a:gd name="p0x190" fmla="*/ 0 w 15"/>
                <a:gd name="p0y190" fmla="*/ 91 h 1772"/>
                <a:gd name="p0x191" fmla="*/ 0 w 15"/>
                <a:gd name="p0y191" fmla="*/ 61 h 1772"/>
                <a:gd name="p0x192" fmla="*/ 15 w 15"/>
                <a:gd name="p0y192" fmla="*/ 61 h 1772"/>
                <a:gd name="p0x193" fmla="*/ 15 w 15"/>
                <a:gd name="p0y193" fmla="*/ 91 h 1772"/>
                <a:gd name="p0x194" fmla="*/ 0 w 15"/>
                <a:gd name="p0y194" fmla="*/ 91 h 1772"/>
                <a:gd name="p0x195" fmla="*/ 0 w 15"/>
                <a:gd name="p0y195" fmla="*/ 46 h 1772"/>
                <a:gd name="p0x196" fmla="*/ 0 w 15"/>
                <a:gd name="p0y196" fmla="*/ 16 h 1772"/>
                <a:gd name="p0x197" fmla="*/ 15 w 15"/>
                <a:gd name="p0y197" fmla="*/ 16 h 1772"/>
                <a:gd name="p0x198" fmla="*/ 15 w 15"/>
                <a:gd name="p0y198" fmla="*/ 46 h 1772"/>
                <a:gd name="p0x199" fmla="*/ 0 w 15"/>
                <a:gd name="p0y199" fmla="*/ 46 h 1772"/>
                <a:gd name="p0x200" fmla="*/ 0 w 15"/>
                <a:gd name="p0y200" fmla="*/ 1 h 1772"/>
                <a:gd name="p0x201" fmla="*/ 0 w 15"/>
                <a:gd name="p0y201" fmla="*/ 0 h 1772"/>
                <a:gd name="p0x202" fmla="*/ 15 w 15"/>
                <a:gd name="p0y202" fmla="*/ 0 h 1772"/>
                <a:gd name="p0x203" fmla="*/ 15 w 15"/>
                <a:gd name="p0y203" fmla="*/ 1 h 1772"/>
                <a:gd name="p0x204" fmla="*/ 0 w 15"/>
                <a:gd name="p0y204" fmla="*/ 1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</a:path>
              </a:pathLst>
            </a:custGeom>
            <a:solidFill>
              <a:srgbClr val="FFFFFF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任意多边形 14"/>
          <p:cNvSpPr/>
          <p:nvPr>
            <p:custDataLst>
              <p:tags r:id="rId7"/>
            </p:custDataLst>
          </p:nvPr>
        </p:nvSpPr>
        <p:spPr>
          <a:xfrm>
            <a:off x="600075" y="293052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2847975" y="2353408"/>
            <a:ext cx="20002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场景配置</a:t>
            </a:r>
            <a:endParaRPr lang="zh-CN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2847975" y="1219835"/>
            <a:ext cx="1981200" cy="10934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场景资源（</a:t>
            </a:r>
            <a:r>
              <a:rPr lang="en-US" altLang="zh-CN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.tscn/.tres</a:t>
            </a:r>
            <a:r>
              <a:rPr lang="zh-CN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）：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约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1000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33000"/>
              </a:lnSpc>
            </a:pPr>
            <a:r>
              <a:rPr lang="en-US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shader</a:t>
            </a:r>
            <a:r>
              <a:rPr lang="zh-CN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约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90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工程配置：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约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130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33000"/>
              </a:lnSpc>
            </a:pP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33000"/>
              </a:lnSpc>
            </a:pP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endParaRPr lang="zh-CN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847975" y="4633595"/>
            <a:ext cx="8890" cy="1125220"/>
            <a:chOff x="4485" y="7297"/>
            <a:chExt cx="14" cy="1772"/>
          </a:xfrm>
        </p:grpSpPr>
        <p:sp>
          <p:nvSpPr>
            <p:cNvPr id="17" name="任意多边形 16"/>
            <p:cNvSpPr/>
            <p:nvPr>
              <p:custDataLst>
                <p:tags r:id="rId10"/>
              </p:custDataLst>
            </p:nvPr>
          </p:nvSpPr>
          <p:spPr>
            <a:xfrm>
              <a:off x="4485" y="7297"/>
              <a:ext cx="15" cy="1772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0 h 1772"/>
                <a:gd name="p0x1" fmla="*/ 15 w 15"/>
                <a:gd name="p0y1" fmla="*/ 0 h 1772"/>
                <a:gd name="p0x2" fmla="*/ 15 w 15"/>
                <a:gd name="p0y2" fmla="*/ 1772 h 1772"/>
                <a:gd name="p0x3" fmla="*/ 0 w 15"/>
                <a:gd name="p0y3" fmla="*/ 1772 h 1772"/>
                <a:gd name="p0x4" fmla="*/ 0 w 15"/>
                <a:gd name="p0y4" fmla="*/ 0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11"/>
              </p:custDataLst>
            </p:nvPr>
          </p:nvSpPr>
          <p:spPr>
            <a:xfrm>
              <a:off x="4485" y="7297"/>
              <a:ext cx="15" cy="1772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1772 h 1772"/>
                <a:gd name="p0x1" fmla="*/ 0 w 15"/>
                <a:gd name="p0y1" fmla="*/ 1771 h 1772"/>
                <a:gd name="p0x2" fmla="*/ 15 w 15"/>
                <a:gd name="p0y2" fmla="*/ 1771 h 1772"/>
                <a:gd name="p0x3" fmla="*/ 15 w 15"/>
                <a:gd name="p0y3" fmla="*/ 1772 h 1772"/>
                <a:gd name="p0x4" fmla="*/ 0 w 15"/>
                <a:gd name="p0y4" fmla="*/ 1772 h 1772"/>
                <a:gd name="p0x5" fmla="*/ 0 w 15"/>
                <a:gd name="p0y5" fmla="*/ 1756 h 1772"/>
                <a:gd name="p0x6" fmla="*/ 0 w 15"/>
                <a:gd name="p0y6" fmla="*/ 1726 h 1772"/>
                <a:gd name="p0x7" fmla="*/ 15 w 15"/>
                <a:gd name="p0y7" fmla="*/ 1726 h 1772"/>
                <a:gd name="p0x8" fmla="*/ 15 w 15"/>
                <a:gd name="p0y8" fmla="*/ 1756 h 1772"/>
                <a:gd name="p0x9" fmla="*/ 0 w 15"/>
                <a:gd name="p0y9" fmla="*/ 1756 h 1772"/>
                <a:gd name="p0x10" fmla="*/ 0 w 15"/>
                <a:gd name="p0y10" fmla="*/ 1711 h 1772"/>
                <a:gd name="p0x11" fmla="*/ 0 w 15"/>
                <a:gd name="p0y11" fmla="*/ 1681 h 1772"/>
                <a:gd name="p0x12" fmla="*/ 15 w 15"/>
                <a:gd name="p0y12" fmla="*/ 1681 h 1772"/>
                <a:gd name="p0x13" fmla="*/ 15 w 15"/>
                <a:gd name="p0y13" fmla="*/ 1711 h 1772"/>
                <a:gd name="p0x14" fmla="*/ 0 w 15"/>
                <a:gd name="p0y14" fmla="*/ 1711 h 1772"/>
                <a:gd name="p0x15" fmla="*/ 0 w 15"/>
                <a:gd name="p0y15" fmla="*/ 1666 h 1772"/>
                <a:gd name="p0x16" fmla="*/ 0 w 15"/>
                <a:gd name="p0y16" fmla="*/ 1636 h 1772"/>
                <a:gd name="p0x17" fmla="*/ 15 w 15"/>
                <a:gd name="p0y17" fmla="*/ 1636 h 1772"/>
                <a:gd name="p0x18" fmla="*/ 15 w 15"/>
                <a:gd name="p0y18" fmla="*/ 1666 h 1772"/>
                <a:gd name="p0x19" fmla="*/ 0 w 15"/>
                <a:gd name="p0y19" fmla="*/ 1666 h 1772"/>
                <a:gd name="p0x20" fmla="*/ 0 w 15"/>
                <a:gd name="p0y20" fmla="*/ 1621 h 1772"/>
                <a:gd name="p0x21" fmla="*/ 0 w 15"/>
                <a:gd name="p0y21" fmla="*/ 1591 h 1772"/>
                <a:gd name="p0x22" fmla="*/ 15 w 15"/>
                <a:gd name="p0y22" fmla="*/ 1591 h 1772"/>
                <a:gd name="p0x23" fmla="*/ 15 w 15"/>
                <a:gd name="p0y23" fmla="*/ 1621 h 1772"/>
                <a:gd name="p0x24" fmla="*/ 0 w 15"/>
                <a:gd name="p0y24" fmla="*/ 1621 h 1772"/>
                <a:gd name="p0x25" fmla="*/ 0 w 15"/>
                <a:gd name="p0y25" fmla="*/ 1576 h 1772"/>
                <a:gd name="p0x26" fmla="*/ 0 w 15"/>
                <a:gd name="p0y26" fmla="*/ 1546 h 1772"/>
                <a:gd name="p0x27" fmla="*/ 15 w 15"/>
                <a:gd name="p0y27" fmla="*/ 1546 h 1772"/>
                <a:gd name="p0x28" fmla="*/ 15 w 15"/>
                <a:gd name="p0y28" fmla="*/ 1576 h 1772"/>
                <a:gd name="p0x29" fmla="*/ 0 w 15"/>
                <a:gd name="p0y29" fmla="*/ 1576 h 1772"/>
                <a:gd name="p0x30" fmla="*/ 0 w 15"/>
                <a:gd name="p0y30" fmla="*/ 1531 h 1772"/>
                <a:gd name="p0x31" fmla="*/ 0 w 15"/>
                <a:gd name="p0y31" fmla="*/ 1501 h 1772"/>
                <a:gd name="p0x32" fmla="*/ 15 w 15"/>
                <a:gd name="p0y32" fmla="*/ 1501 h 1772"/>
                <a:gd name="p0x33" fmla="*/ 15 w 15"/>
                <a:gd name="p0y33" fmla="*/ 1531 h 1772"/>
                <a:gd name="p0x34" fmla="*/ 0 w 15"/>
                <a:gd name="p0y34" fmla="*/ 1531 h 1772"/>
                <a:gd name="p0x35" fmla="*/ 0 w 15"/>
                <a:gd name="p0y35" fmla="*/ 1486 h 1772"/>
                <a:gd name="p0x36" fmla="*/ 0 w 15"/>
                <a:gd name="p0y36" fmla="*/ 1456 h 1772"/>
                <a:gd name="p0x37" fmla="*/ 15 w 15"/>
                <a:gd name="p0y37" fmla="*/ 1456 h 1772"/>
                <a:gd name="p0x38" fmla="*/ 15 w 15"/>
                <a:gd name="p0y38" fmla="*/ 1486 h 1772"/>
                <a:gd name="p0x39" fmla="*/ 0 w 15"/>
                <a:gd name="p0y39" fmla="*/ 1486 h 1772"/>
                <a:gd name="p0x40" fmla="*/ 0 w 15"/>
                <a:gd name="p0y40" fmla="*/ 1441 h 1772"/>
                <a:gd name="p0x41" fmla="*/ 0 w 15"/>
                <a:gd name="p0y41" fmla="*/ 1411 h 1772"/>
                <a:gd name="p0x42" fmla="*/ 15 w 15"/>
                <a:gd name="p0y42" fmla="*/ 1411 h 1772"/>
                <a:gd name="p0x43" fmla="*/ 15 w 15"/>
                <a:gd name="p0y43" fmla="*/ 1441 h 1772"/>
                <a:gd name="p0x44" fmla="*/ 0 w 15"/>
                <a:gd name="p0y44" fmla="*/ 1441 h 1772"/>
                <a:gd name="p0x45" fmla="*/ 0 w 15"/>
                <a:gd name="p0y45" fmla="*/ 1396 h 1772"/>
                <a:gd name="p0x46" fmla="*/ 0 w 15"/>
                <a:gd name="p0y46" fmla="*/ 1366 h 1772"/>
                <a:gd name="p0x47" fmla="*/ 15 w 15"/>
                <a:gd name="p0y47" fmla="*/ 1366 h 1772"/>
                <a:gd name="p0x48" fmla="*/ 15 w 15"/>
                <a:gd name="p0y48" fmla="*/ 1396 h 1772"/>
                <a:gd name="p0x49" fmla="*/ 0 w 15"/>
                <a:gd name="p0y49" fmla="*/ 1396 h 1772"/>
                <a:gd name="p0x50" fmla="*/ 0 w 15"/>
                <a:gd name="p0y50" fmla="*/ 1351 h 1772"/>
                <a:gd name="p0x51" fmla="*/ 0 w 15"/>
                <a:gd name="p0y51" fmla="*/ 1321 h 1772"/>
                <a:gd name="p0x52" fmla="*/ 15 w 15"/>
                <a:gd name="p0y52" fmla="*/ 1321 h 1772"/>
                <a:gd name="p0x53" fmla="*/ 15 w 15"/>
                <a:gd name="p0y53" fmla="*/ 1351 h 1772"/>
                <a:gd name="p0x54" fmla="*/ 0 w 15"/>
                <a:gd name="p0y54" fmla="*/ 1351 h 1772"/>
                <a:gd name="p0x55" fmla="*/ 0 w 15"/>
                <a:gd name="p0y55" fmla="*/ 1306 h 1772"/>
                <a:gd name="p0x56" fmla="*/ 0 w 15"/>
                <a:gd name="p0y56" fmla="*/ 1276 h 1772"/>
                <a:gd name="p0x57" fmla="*/ 15 w 15"/>
                <a:gd name="p0y57" fmla="*/ 1276 h 1772"/>
                <a:gd name="p0x58" fmla="*/ 15 w 15"/>
                <a:gd name="p0y58" fmla="*/ 1306 h 1772"/>
                <a:gd name="p0x59" fmla="*/ 0 w 15"/>
                <a:gd name="p0y59" fmla="*/ 1306 h 1772"/>
                <a:gd name="p0x60" fmla="*/ 0 w 15"/>
                <a:gd name="p0y60" fmla="*/ 1261 h 1772"/>
                <a:gd name="p0x61" fmla="*/ 0 w 15"/>
                <a:gd name="p0y61" fmla="*/ 1231 h 1772"/>
                <a:gd name="p0x62" fmla="*/ 15 w 15"/>
                <a:gd name="p0y62" fmla="*/ 1231 h 1772"/>
                <a:gd name="p0x63" fmla="*/ 15 w 15"/>
                <a:gd name="p0y63" fmla="*/ 1261 h 1772"/>
                <a:gd name="p0x64" fmla="*/ 0 w 15"/>
                <a:gd name="p0y64" fmla="*/ 1261 h 1772"/>
                <a:gd name="p0x65" fmla="*/ 0 w 15"/>
                <a:gd name="p0y65" fmla="*/ 1216 h 1772"/>
                <a:gd name="p0x66" fmla="*/ 0 w 15"/>
                <a:gd name="p0y66" fmla="*/ 1186 h 1772"/>
                <a:gd name="p0x67" fmla="*/ 15 w 15"/>
                <a:gd name="p0y67" fmla="*/ 1186 h 1772"/>
                <a:gd name="p0x68" fmla="*/ 15 w 15"/>
                <a:gd name="p0y68" fmla="*/ 1216 h 1772"/>
                <a:gd name="p0x69" fmla="*/ 0 w 15"/>
                <a:gd name="p0y69" fmla="*/ 1216 h 1772"/>
                <a:gd name="p0x70" fmla="*/ 0 w 15"/>
                <a:gd name="p0y70" fmla="*/ 1171 h 1772"/>
                <a:gd name="p0x71" fmla="*/ 0 w 15"/>
                <a:gd name="p0y71" fmla="*/ 1141 h 1772"/>
                <a:gd name="p0x72" fmla="*/ 15 w 15"/>
                <a:gd name="p0y72" fmla="*/ 1141 h 1772"/>
                <a:gd name="p0x73" fmla="*/ 15 w 15"/>
                <a:gd name="p0y73" fmla="*/ 1171 h 1772"/>
                <a:gd name="p0x74" fmla="*/ 0 w 15"/>
                <a:gd name="p0y74" fmla="*/ 1171 h 1772"/>
                <a:gd name="p0x75" fmla="*/ 0 w 15"/>
                <a:gd name="p0y75" fmla="*/ 1126 h 1772"/>
                <a:gd name="p0x76" fmla="*/ 0 w 15"/>
                <a:gd name="p0y76" fmla="*/ 1096 h 1772"/>
                <a:gd name="p0x77" fmla="*/ 15 w 15"/>
                <a:gd name="p0y77" fmla="*/ 1096 h 1772"/>
                <a:gd name="p0x78" fmla="*/ 15 w 15"/>
                <a:gd name="p0y78" fmla="*/ 1126 h 1772"/>
                <a:gd name="p0x79" fmla="*/ 0 w 15"/>
                <a:gd name="p0y79" fmla="*/ 1126 h 1772"/>
                <a:gd name="p0x80" fmla="*/ 0 w 15"/>
                <a:gd name="p0y80" fmla="*/ 1081 h 1772"/>
                <a:gd name="p0x81" fmla="*/ 0 w 15"/>
                <a:gd name="p0y81" fmla="*/ 1051 h 1772"/>
                <a:gd name="p0x82" fmla="*/ 15 w 15"/>
                <a:gd name="p0y82" fmla="*/ 1051 h 1772"/>
                <a:gd name="p0x83" fmla="*/ 15 w 15"/>
                <a:gd name="p0y83" fmla="*/ 1081 h 1772"/>
                <a:gd name="p0x84" fmla="*/ 0 w 15"/>
                <a:gd name="p0y84" fmla="*/ 1081 h 1772"/>
                <a:gd name="p0x85" fmla="*/ 0 w 15"/>
                <a:gd name="p0y85" fmla="*/ 1036 h 1772"/>
                <a:gd name="p0x86" fmla="*/ 0 w 15"/>
                <a:gd name="p0y86" fmla="*/ 1006 h 1772"/>
                <a:gd name="p0x87" fmla="*/ 15 w 15"/>
                <a:gd name="p0y87" fmla="*/ 1006 h 1772"/>
                <a:gd name="p0x88" fmla="*/ 15 w 15"/>
                <a:gd name="p0y88" fmla="*/ 1036 h 1772"/>
                <a:gd name="p0x89" fmla="*/ 0 w 15"/>
                <a:gd name="p0y89" fmla="*/ 1036 h 1772"/>
                <a:gd name="p0x90" fmla="*/ 0 w 15"/>
                <a:gd name="p0y90" fmla="*/ 991 h 1772"/>
                <a:gd name="p0x91" fmla="*/ 0 w 15"/>
                <a:gd name="p0y91" fmla="*/ 961 h 1772"/>
                <a:gd name="p0x92" fmla="*/ 15 w 15"/>
                <a:gd name="p0y92" fmla="*/ 961 h 1772"/>
                <a:gd name="p0x93" fmla="*/ 15 w 15"/>
                <a:gd name="p0y93" fmla="*/ 991 h 1772"/>
                <a:gd name="p0x94" fmla="*/ 0 w 15"/>
                <a:gd name="p0y94" fmla="*/ 991 h 1772"/>
                <a:gd name="p0x95" fmla="*/ 0 w 15"/>
                <a:gd name="p0y95" fmla="*/ 946 h 1772"/>
                <a:gd name="p0x96" fmla="*/ 0 w 15"/>
                <a:gd name="p0y96" fmla="*/ 916 h 1772"/>
                <a:gd name="p0x97" fmla="*/ 15 w 15"/>
                <a:gd name="p0y97" fmla="*/ 916 h 1772"/>
                <a:gd name="p0x98" fmla="*/ 15 w 15"/>
                <a:gd name="p0y98" fmla="*/ 946 h 1772"/>
                <a:gd name="p0x99" fmla="*/ 0 w 15"/>
                <a:gd name="p0y99" fmla="*/ 946 h 1772"/>
                <a:gd name="p0x100" fmla="*/ 0 w 15"/>
                <a:gd name="p0y100" fmla="*/ 901 h 1772"/>
                <a:gd name="p0x101" fmla="*/ 0 w 15"/>
                <a:gd name="p0y101" fmla="*/ 871 h 1772"/>
                <a:gd name="p0x102" fmla="*/ 15 w 15"/>
                <a:gd name="p0y102" fmla="*/ 871 h 1772"/>
                <a:gd name="p0x103" fmla="*/ 15 w 15"/>
                <a:gd name="p0y103" fmla="*/ 901 h 1772"/>
                <a:gd name="p0x104" fmla="*/ 0 w 15"/>
                <a:gd name="p0y104" fmla="*/ 901 h 1772"/>
                <a:gd name="p0x105" fmla="*/ 0 w 15"/>
                <a:gd name="p0y105" fmla="*/ 856 h 1772"/>
                <a:gd name="p0x106" fmla="*/ 0 w 15"/>
                <a:gd name="p0y106" fmla="*/ 826 h 1772"/>
                <a:gd name="p0x107" fmla="*/ 15 w 15"/>
                <a:gd name="p0y107" fmla="*/ 826 h 1772"/>
                <a:gd name="p0x108" fmla="*/ 15 w 15"/>
                <a:gd name="p0y108" fmla="*/ 856 h 1772"/>
                <a:gd name="p0x109" fmla="*/ 0 w 15"/>
                <a:gd name="p0y109" fmla="*/ 856 h 1772"/>
                <a:gd name="p0x110" fmla="*/ 0 w 15"/>
                <a:gd name="p0y110" fmla="*/ 811 h 1772"/>
                <a:gd name="p0x111" fmla="*/ 0 w 15"/>
                <a:gd name="p0y111" fmla="*/ 781 h 1772"/>
                <a:gd name="p0x112" fmla="*/ 15 w 15"/>
                <a:gd name="p0y112" fmla="*/ 781 h 1772"/>
                <a:gd name="p0x113" fmla="*/ 15 w 15"/>
                <a:gd name="p0y113" fmla="*/ 811 h 1772"/>
                <a:gd name="p0x114" fmla="*/ 0 w 15"/>
                <a:gd name="p0y114" fmla="*/ 811 h 1772"/>
                <a:gd name="p0x115" fmla="*/ 0 w 15"/>
                <a:gd name="p0y115" fmla="*/ 766 h 1772"/>
                <a:gd name="p0x116" fmla="*/ 0 w 15"/>
                <a:gd name="p0y116" fmla="*/ 736 h 1772"/>
                <a:gd name="p0x117" fmla="*/ 15 w 15"/>
                <a:gd name="p0y117" fmla="*/ 736 h 1772"/>
                <a:gd name="p0x118" fmla="*/ 15 w 15"/>
                <a:gd name="p0y118" fmla="*/ 766 h 1772"/>
                <a:gd name="p0x119" fmla="*/ 0 w 15"/>
                <a:gd name="p0y119" fmla="*/ 766 h 1772"/>
                <a:gd name="p0x120" fmla="*/ 0 w 15"/>
                <a:gd name="p0y120" fmla="*/ 721 h 1772"/>
                <a:gd name="p0x121" fmla="*/ 0 w 15"/>
                <a:gd name="p0y121" fmla="*/ 691 h 1772"/>
                <a:gd name="p0x122" fmla="*/ 15 w 15"/>
                <a:gd name="p0y122" fmla="*/ 691 h 1772"/>
                <a:gd name="p0x123" fmla="*/ 15 w 15"/>
                <a:gd name="p0y123" fmla="*/ 721 h 1772"/>
                <a:gd name="p0x124" fmla="*/ 0 w 15"/>
                <a:gd name="p0y124" fmla="*/ 721 h 1772"/>
                <a:gd name="p0x125" fmla="*/ 0 w 15"/>
                <a:gd name="p0y125" fmla="*/ 676 h 1772"/>
                <a:gd name="p0x126" fmla="*/ 0 w 15"/>
                <a:gd name="p0y126" fmla="*/ 646 h 1772"/>
                <a:gd name="p0x127" fmla="*/ 15 w 15"/>
                <a:gd name="p0y127" fmla="*/ 646 h 1772"/>
                <a:gd name="p0x128" fmla="*/ 15 w 15"/>
                <a:gd name="p0y128" fmla="*/ 676 h 1772"/>
                <a:gd name="p0x129" fmla="*/ 0 w 15"/>
                <a:gd name="p0y129" fmla="*/ 676 h 1772"/>
                <a:gd name="p0x130" fmla="*/ 0 w 15"/>
                <a:gd name="p0y130" fmla="*/ 631 h 1772"/>
                <a:gd name="p0x131" fmla="*/ 0 w 15"/>
                <a:gd name="p0y131" fmla="*/ 601 h 1772"/>
                <a:gd name="p0x132" fmla="*/ 15 w 15"/>
                <a:gd name="p0y132" fmla="*/ 601 h 1772"/>
                <a:gd name="p0x133" fmla="*/ 15 w 15"/>
                <a:gd name="p0y133" fmla="*/ 631 h 1772"/>
                <a:gd name="p0x134" fmla="*/ 0 w 15"/>
                <a:gd name="p0y134" fmla="*/ 631 h 1772"/>
                <a:gd name="p0x135" fmla="*/ 0 w 15"/>
                <a:gd name="p0y135" fmla="*/ 586 h 1772"/>
                <a:gd name="p0x136" fmla="*/ 0 w 15"/>
                <a:gd name="p0y136" fmla="*/ 556 h 1772"/>
                <a:gd name="p0x137" fmla="*/ 15 w 15"/>
                <a:gd name="p0y137" fmla="*/ 556 h 1772"/>
                <a:gd name="p0x138" fmla="*/ 15 w 15"/>
                <a:gd name="p0y138" fmla="*/ 586 h 1772"/>
                <a:gd name="p0x139" fmla="*/ 0 w 15"/>
                <a:gd name="p0y139" fmla="*/ 586 h 1772"/>
                <a:gd name="p0x140" fmla="*/ 0 w 15"/>
                <a:gd name="p0y140" fmla="*/ 541 h 1772"/>
                <a:gd name="p0x141" fmla="*/ 0 w 15"/>
                <a:gd name="p0y141" fmla="*/ 511 h 1772"/>
                <a:gd name="p0x142" fmla="*/ 15 w 15"/>
                <a:gd name="p0y142" fmla="*/ 511 h 1772"/>
                <a:gd name="p0x143" fmla="*/ 15 w 15"/>
                <a:gd name="p0y143" fmla="*/ 541 h 1772"/>
                <a:gd name="p0x144" fmla="*/ 0 w 15"/>
                <a:gd name="p0y144" fmla="*/ 541 h 1772"/>
                <a:gd name="p0x145" fmla="*/ 0 w 15"/>
                <a:gd name="p0y145" fmla="*/ 496 h 1772"/>
                <a:gd name="p0x146" fmla="*/ 0 w 15"/>
                <a:gd name="p0y146" fmla="*/ 466 h 1772"/>
                <a:gd name="p0x147" fmla="*/ 15 w 15"/>
                <a:gd name="p0y147" fmla="*/ 466 h 1772"/>
                <a:gd name="p0x148" fmla="*/ 15 w 15"/>
                <a:gd name="p0y148" fmla="*/ 496 h 1772"/>
                <a:gd name="p0x149" fmla="*/ 0 w 15"/>
                <a:gd name="p0y149" fmla="*/ 496 h 1772"/>
                <a:gd name="p0x150" fmla="*/ 0 w 15"/>
                <a:gd name="p0y150" fmla="*/ 451 h 1772"/>
                <a:gd name="p0x151" fmla="*/ 0 w 15"/>
                <a:gd name="p0y151" fmla="*/ 421 h 1772"/>
                <a:gd name="p0x152" fmla="*/ 15 w 15"/>
                <a:gd name="p0y152" fmla="*/ 421 h 1772"/>
                <a:gd name="p0x153" fmla="*/ 15 w 15"/>
                <a:gd name="p0y153" fmla="*/ 451 h 1772"/>
                <a:gd name="p0x154" fmla="*/ 0 w 15"/>
                <a:gd name="p0y154" fmla="*/ 451 h 1772"/>
                <a:gd name="p0x155" fmla="*/ 0 w 15"/>
                <a:gd name="p0y155" fmla="*/ 406 h 1772"/>
                <a:gd name="p0x156" fmla="*/ 0 w 15"/>
                <a:gd name="p0y156" fmla="*/ 376 h 1772"/>
                <a:gd name="p0x157" fmla="*/ 15 w 15"/>
                <a:gd name="p0y157" fmla="*/ 376 h 1772"/>
                <a:gd name="p0x158" fmla="*/ 15 w 15"/>
                <a:gd name="p0y158" fmla="*/ 406 h 1772"/>
                <a:gd name="p0x159" fmla="*/ 0 w 15"/>
                <a:gd name="p0y159" fmla="*/ 406 h 1772"/>
                <a:gd name="p0x160" fmla="*/ 0 w 15"/>
                <a:gd name="p0y160" fmla="*/ 361 h 1772"/>
                <a:gd name="p0x161" fmla="*/ 0 w 15"/>
                <a:gd name="p0y161" fmla="*/ 331 h 1772"/>
                <a:gd name="p0x162" fmla="*/ 15 w 15"/>
                <a:gd name="p0y162" fmla="*/ 331 h 1772"/>
                <a:gd name="p0x163" fmla="*/ 15 w 15"/>
                <a:gd name="p0y163" fmla="*/ 361 h 1772"/>
                <a:gd name="p0x164" fmla="*/ 0 w 15"/>
                <a:gd name="p0y164" fmla="*/ 361 h 1772"/>
                <a:gd name="p0x165" fmla="*/ 0 w 15"/>
                <a:gd name="p0y165" fmla="*/ 316 h 1772"/>
                <a:gd name="p0x166" fmla="*/ 0 w 15"/>
                <a:gd name="p0y166" fmla="*/ 286 h 1772"/>
                <a:gd name="p0x167" fmla="*/ 15 w 15"/>
                <a:gd name="p0y167" fmla="*/ 286 h 1772"/>
                <a:gd name="p0x168" fmla="*/ 15 w 15"/>
                <a:gd name="p0y168" fmla="*/ 316 h 1772"/>
                <a:gd name="p0x169" fmla="*/ 0 w 15"/>
                <a:gd name="p0y169" fmla="*/ 316 h 1772"/>
                <a:gd name="p0x170" fmla="*/ 0 w 15"/>
                <a:gd name="p0y170" fmla="*/ 271 h 1772"/>
                <a:gd name="p0x171" fmla="*/ 0 w 15"/>
                <a:gd name="p0y171" fmla="*/ 241 h 1772"/>
                <a:gd name="p0x172" fmla="*/ 15 w 15"/>
                <a:gd name="p0y172" fmla="*/ 241 h 1772"/>
                <a:gd name="p0x173" fmla="*/ 15 w 15"/>
                <a:gd name="p0y173" fmla="*/ 271 h 1772"/>
                <a:gd name="p0x174" fmla="*/ 0 w 15"/>
                <a:gd name="p0y174" fmla="*/ 271 h 1772"/>
                <a:gd name="p0x175" fmla="*/ 0 w 15"/>
                <a:gd name="p0y175" fmla="*/ 226 h 1772"/>
                <a:gd name="p0x176" fmla="*/ 0 w 15"/>
                <a:gd name="p0y176" fmla="*/ 196 h 1772"/>
                <a:gd name="p0x177" fmla="*/ 15 w 15"/>
                <a:gd name="p0y177" fmla="*/ 196 h 1772"/>
                <a:gd name="p0x178" fmla="*/ 15 w 15"/>
                <a:gd name="p0y178" fmla="*/ 226 h 1772"/>
                <a:gd name="p0x179" fmla="*/ 0 w 15"/>
                <a:gd name="p0y179" fmla="*/ 226 h 1772"/>
                <a:gd name="p0x180" fmla="*/ 0 w 15"/>
                <a:gd name="p0y180" fmla="*/ 181 h 1772"/>
                <a:gd name="p0x181" fmla="*/ 0 w 15"/>
                <a:gd name="p0y181" fmla="*/ 151 h 1772"/>
                <a:gd name="p0x182" fmla="*/ 15 w 15"/>
                <a:gd name="p0y182" fmla="*/ 151 h 1772"/>
                <a:gd name="p0x183" fmla="*/ 15 w 15"/>
                <a:gd name="p0y183" fmla="*/ 181 h 1772"/>
                <a:gd name="p0x184" fmla="*/ 0 w 15"/>
                <a:gd name="p0y184" fmla="*/ 181 h 1772"/>
                <a:gd name="p0x185" fmla="*/ 0 w 15"/>
                <a:gd name="p0y185" fmla="*/ 136 h 1772"/>
                <a:gd name="p0x186" fmla="*/ 0 w 15"/>
                <a:gd name="p0y186" fmla="*/ 106 h 1772"/>
                <a:gd name="p0x187" fmla="*/ 15 w 15"/>
                <a:gd name="p0y187" fmla="*/ 106 h 1772"/>
                <a:gd name="p0x188" fmla="*/ 15 w 15"/>
                <a:gd name="p0y188" fmla="*/ 136 h 1772"/>
                <a:gd name="p0x189" fmla="*/ 0 w 15"/>
                <a:gd name="p0y189" fmla="*/ 136 h 1772"/>
                <a:gd name="p0x190" fmla="*/ 0 w 15"/>
                <a:gd name="p0y190" fmla="*/ 91 h 1772"/>
                <a:gd name="p0x191" fmla="*/ 0 w 15"/>
                <a:gd name="p0y191" fmla="*/ 61 h 1772"/>
                <a:gd name="p0x192" fmla="*/ 15 w 15"/>
                <a:gd name="p0y192" fmla="*/ 61 h 1772"/>
                <a:gd name="p0x193" fmla="*/ 15 w 15"/>
                <a:gd name="p0y193" fmla="*/ 91 h 1772"/>
                <a:gd name="p0x194" fmla="*/ 0 w 15"/>
                <a:gd name="p0y194" fmla="*/ 91 h 1772"/>
                <a:gd name="p0x195" fmla="*/ 0 w 15"/>
                <a:gd name="p0y195" fmla="*/ 46 h 1772"/>
                <a:gd name="p0x196" fmla="*/ 0 w 15"/>
                <a:gd name="p0y196" fmla="*/ 16 h 1772"/>
                <a:gd name="p0x197" fmla="*/ 15 w 15"/>
                <a:gd name="p0y197" fmla="*/ 16 h 1772"/>
                <a:gd name="p0x198" fmla="*/ 15 w 15"/>
                <a:gd name="p0y198" fmla="*/ 46 h 1772"/>
                <a:gd name="p0x199" fmla="*/ 0 w 15"/>
                <a:gd name="p0y199" fmla="*/ 46 h 1772"/>
                <a:gd name="p0x200" fmla="*/ 0 w 15"/>
                <a:gd name="p0y200" fmla="*/ 1 h 1772"/>
                <a:gd name="p0x201" fmla="*/ 0 w 15"/>
                <a:gd name="p0y201" fmla="*/ 0 h 1772"/>
                <a:gd name="p0x202" fmla="*/ 15 w 15"/>
                <a:gd name="p0y202" fmla="*/ 0 h 1772"/>
                <a:gd name="p0x203" fmla="*/ 15 w 15"/>
                <a:gd name="p0y203" fmla="*/ 1 h 1772"/>
                <a:gd name="p0x204" fmla="*/ 0 w 15"/>
                <a:gd name="p0y204" fmla="*/ 1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</a:path>
              </a:pathLst>
            </a:custGeom>
            <a:solidFill>
              <a:srgbClr val="FFFFFF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3" name="任意多边形 22"/>
          <p:cNvSpPr/>
          <p:nvPr>
            <p:custDataLst>
              <p:tags r:id="rId12"/>
            </p:custDataLst>
          </p:nvPr>
        </p:nvSpPr>
        <p:spPr>
          <a:xfrm>
            <a:off x="2790825" y="293052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4981575" y="3316818"/>
            <a:ext cx="20002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合计大约</a:t>
            </a:r>
            <a:r>
              <a:rPr lang="en-US" altLang="zh-CN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1.5</a:t>
            </a:r>
            <a:r>
              <a:rPr lang="zh-CN" altLang="en-US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万行</a:t>
            </a:r>
            <a:endParaRPr lang="zh-CN" altLang="en-US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5038725" y="3507740"/>
            <a:ext cx="8890" cy="1125220"/>
            <a:chOff x="7935" y="5524"/>
            <a:chExt cx="14" cy="1772"/>
          </a:xfrm>
        </p:grpSpPr>
        <p:sp>
          <p:nvSpPr>
            <p:cNvPr id="25" name="任意多边形 24"/>
            <p:cNvSpPr/>
            <p:nvPr>
              <p:custDataLst>
                <p:tags r:id="rId14"/>
              </p:custDataLst>
            </p:nvPr>
          </p:nvSpPr>
          <p:spPr>
            <a:xfrm>
              <a:off x="7935" y="5524"/>
              <a:ext cx="15" cy="1773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0 h 1772"/>
                <a:gd name="p0x1" fmla="*/ 15 w 15"/>
                <a:gd name="p0y1" fmla="*/ 0 h 1772"/>
                <a:gd name="p0x2" fmla="*/ 15 w 15"/>
                <a:gd name="p0y2" fmla="*/ 1772 h 1772"/>
                <a:gd name="p0x3" fmla="*/ 0 w 15"/>
                <a:gd name="p0y3" fmla="*/ 1772 h 1772"/>
                <a:gd name="p0x4" fmla="*/ 0 w 15"/>
                <a:gd name="p0y4" fmla="*/ 0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15"/>
              </p:custDataLst>
            </p:nvPr>
          </p:nvSpPr>
          <p:spPr>
            <a:xfrm>
              <a:off x="7935" y="5524"/>
              <a:ext cx="15" cy="1773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1772 h 1772"/>
                <a:gd name="p0x1" fmla="*/ 0 w 15"/>
                <a:gd name="p0y1" fmla="*/ 1771 h 1772"/>
                <a:gd name="p0x2" fmla="*/ 15 w 15"/>
                <a:gd name="p0y2" fmla="*/ 1771 h 1772"/>
                <a:gd name="p0x3" fmla="*/ 15 w 15"/>
                <a:gd name="p0y3" fmla="*/ 1772 h 1772"/>
                <a:gd name="p0x4" fmla="*/ 0 w 15"/>
                <a:gd name="p0y4" fmla="*/ 1772 h 1772"/>
                <a:gd name="p0x5" fmla="*/ 0 w 15"/>
                <a:gd name="p0y5" fmla="*/ 1756 h 1772"/>
                <a:gd name="p0x6" fmla="*/ 0 w 15"/>
                <a:gd name="p0y6" fmla="*/ 1726 h 1772"/>
                <a:gd name="p0x7" fmla="*/ 15 w 15"/>
                <a:gd name="p0y7" fmla="*/ 1726 h 1772"/>
                <a:gd name="p0x8" fmla="*/ 15 w 15"/>
                <a:gd name="p0y8" fmla="*/ 1756 h 1772"/>
                <a:gd name="p0x9" fmla="*/ 0 w 15"/>
                <a:gd name="p0y9" fmla="*/ 1756 h 1772"/>
                <a:gd name="p0x10" fmla="*/ 0 w 15"/>
                <a:gd name="p0y10" fmla="*/ 1711 h 1772"/>
                <a:gd name="p0x11" fmla="*/ 0 w 15"/>
                <a:gd name="p0y11" fmla="*/ 1681 h 1772"/>
                <a:gd name="p0x12" fmla="*/ 15 w 15"/>
                <a:gd name="p0y12" fmla="*/ 1681 h 1772"/>
                <a:gd name="p0x13" fmla="*/ 15 w 15"/>
                <a:gd name="p0y13" fmla="*/ 1711 h 1772"/>
                <a:gd name="p0x14" fmla="*/ 0 w 15"/>
                <a:gd name="p0y14" fmla="*/ 1711 h 1772"/>
                <a:gd name="p0x15" fmla="*/ 0 w 15"/>
                <a:gd name="p0y15" fmla="*/ 1666 h 1772"/>
                <a:gd name="p0x16" fmla="*/ 0 w 15"/>
                <a:gd name="p0y16" fmla="*/ 1636 h 1772"/>
                <a:gd name="p0x17" fmla="*/ 15 w 15"/>
                <a:gd name="p0y17" fmla="*/ 1636 h 1772"/>
                <a:gd name="p0x18" fmla="*/ 15 w 15"/>
                <a:gd name="p0y18" fmla="*/ 1666 h 1772"/>
                <a:gd name="p0x19" fmla="*/ 0 w 15"/>
                <a:gd name="p0y19" fmla="*/ 1666 h 1772"/>
                <a:gd name="p0x20" fmla="*/ 0 w 15"/>
                <a:gd name="p0y20" fmla="*/ 1621 h 1772"/>
                <a:gd name="p0x21" fmla="*/ 0 w 15"/>
                <a:gd name="p0y21" fmla="*/ 1591 h 1772"/>
                <a:gd name="p0x22" fmla="*/ 15 w 15"/>
                <a:gd name="p0y22" fmla="*/ 1591 h 1772"/>
                <a:gd name="p0x23" fmla="*/ 15 w 15"/>
                <a:gd name="p0y23" fmla="*/ 1621 h 1772"/>
                <a:gd name="p0x24" fmla="*/ 0 w 15"/>
                <a:gd name="p0y24" fmla="*/ 1621 h 1772"/>
                <a:gd name="p0x25" fmla="*/ 0 w 15"/>
                <a:gd name="p0y25" fmla="*/ 1576 h 1772"/>
                <a:gd name="p0x26" fmla="*/ 0 w 15"/>
                <a:gd name="p0y26" fmla="*/ 1546 h 1772"/>
                <a:gd name="p0x27" fmla="*/ 15 w 15"/>
                <a:gd name="p0y27" fmla="*/ 1546 h 1772"/>
                <a:gd name="p0x28" fmla="*/ 15 w 15"/>
                <a:gd name="p0y28" fmla="*/ 1576 h 1772"/>
                <a:gd name="p0x29" fmla="*/ 0 w 15"/>
                <a:gd name="p0y29" fmla="*/ 1576 h 1772"/>
                <a:gd name="p0x30" fmla="*/ 0 w 15"/>
                <a:gd name="p0y30" fmla="*/ 1531 h 1772"/>
                <a:gd name="p0x31" fmla="*/ 0 w 15"/>
                <a:gd name="p0y31" fmla="*/ 1501 h 1772"/>
                <a:gd name="p0x32" fmla="*/ 15 w 15"/>
                <a:gd name="p0y32" fmla="*/ 1501 h 1772"/>
                <a:gd name="p0x33" fmla="*/ 15 w 15"/>
                <a:gd name="p0y33" fmla="*/ 1531 h 1772"/>
                <a:gd name="p0x34" fmla="*/ 0 w 15"/>
                <a:gd name="p0y34" fmla="*/ 1531 h 1772"/>
                <a:gd name="p0x35" fmla="*/ 0 w 15"/>
                <a:gd name="p0y35" fmla="*/ 1486 h 1772"/>
                <a:gd name="p0x36" fmla="*/ 0 w 15"/>
                <a:gd name="p0y36" fmla="*/ 1456 h 1772"/>
                <a:gd name="p0x37" fmla="*/ 15 w 15"/>
                <a:gd name="p0y37" fmla="*/ 1456 h 1772"/>
                <a:gd name="p0x38" fmla="*/ 15 w 15"/>
                <a:gd name="p0y38" fmla="*/ 1486 h 1772"/>
                <a:gd name="p0x39" fmla="*/ 0 w 15"/>
                <a:gd name="p0y39" fmla="*/ 1486 h 1772"/>
                <a:gd name="p0x40" fmla="*/ 0 w 15"/>
                <a:gd name="p0y40" fmla="*/ 1441 h 1772"/>
                <a:gd name="p0x41" fmla="*/ 0 w 15"/>
                <a:gd name="p0y41" fmla="*/ 1411 h 1772"/>
                <a:gd name="p0x42" fmla="*/ 15 w 15"/>
                <a:gd name="p0y42" fmla="*/ 1411 h 1772"/>
                <a:gd name="p0x43" fmla="*/ 15 w 15"/>
                <a:gd name="p0y43" fmla="*/ 1441 h 1772"/>
                <a:gd name="p0x44" fmla="*/ 0 w 15"/>
                <a:gd name="p0y44" fmla="*/ 1441 h 1772"/>
                <a:gd name="p0x45" fmla="*/ 0 w 15"/>
                <a:gd name="p0y45" fmla="*/ 1396 h 1772"/>
                <a:gd name="p0x46" fmla="*/ 0 w 15"/>
                <a:gd name="p0y46" fmla="*/ 1366 h 1772"/>
                <a:gd name="p0x47" fmla="*/ 15 w 15"/>
                <a:gd name="p0y47" fmla="*/ 1366 h 1772"/>
                <a:gd name="p0x48" fmla="*/ 15 w 15"/>
                <a:gd name="p0y48" fmla="*/ 1396 h 1772"/>
                <a:gd name="p0x49" fmla="*/ 0 w 15"/>
                <a:gd name="p0y49" fmla="*/ 1396 h 1772"/>
                <a:gd name="p0x50" fmla="*/ 0 w 15"/>
                <a:gd name="p0y50" fmla="*/ 1351 h 1772"/>
                <a:gd name="p0x51" fmla="*/ 0 w 15"/>
                <a:gd name="p0y51" fmla="*/ 1321 h 1772"/>
                <a:gd name="p0x52" fmla="*/ 15 w 15"/>
                <a:gd name="p0y52" fmla="*/ 1321 h 1772"/>
                <a:gd name="p0x53" fmla="*/ 15 w 15"/>
                <a:gd name="p0y53" fmla="*/ 1351 h 1772"/>
                <a:gd name="p0x54" fmla="*/ 0 w 15"/>
                <a:gd name="p0y54" fmla="*/ 1351 h 1772"/>
                <a:gd name="p0x55" fmla="*/ 0 w 15"/>
                <a:gd name="p0y55" fmla="*/ 1306 h 1772"/>
                <a:gd name="p0x56" fmla="*/ 0 w 15"/>
                <a:gd name="p0y56" fmla="*/ 1276 h 1772"/>
                <a:gd name="p0x57" fmla="*/ 15 w 15"/>
                <a:gd name="p0y57" fmla="*/ 1276 h 1772"/>
                <a:gd name="p0x58" fmla="*/ 15 w 15"/>
                <a:gd name="p0y58" fmla="*/ 1306 h 1772"/>
                <a:gd name="p0x59" fmla="*/ 0 w 15"/>
                <a:gd name="p0y59" fmla="*/ 1306 h 1772"/>
                <a:gd name="p0x60" fmla="*/ 0 w 15"/>
                <a:gd name="p0y60" fmla="*/ 1261 h 1772"/>
                <a:gd name="p0x61" fmla="*/ 0 w 15"/>
                <a:gd name="p0y61" fmla="*/ 1231 h 1772"/>
                <a:gd name="p0x62" fmla="*/ 15 w 15"/>
                <a:gd name="p0y62" fmla="*/ 1231 h 1772"/>
                <a:gd name="p0x63" fmla="*/ 15 w 15"/>
                <a:gd name="p0y63" fmla="*/ 1261 h 1772"/>
                <a:gd name="p0x64" fmla="*/ 0 w 15"/>
                <a:gd name="p0y64" fmla="*/ 1261 h 1772"/>
                <a:gd name="p0x65" fmla="*/ 0 w 15"/>
                <a:gd name="p0y65" fmla="*/ 1216 h 1772"/>
                <a:gd name="p0x66" fmla="*/ 0 w 15"/>
                <a:gd name="p0y66" fmla="*/ 1186 h 1772"/>
                <a:gd name="p0x67" fmla="*/ 15 w 15"/>
                <a:gd name="p0y67" fmla="*/ 1186 h 1772"/>
                <a:gd name="p0x68" fmla="*/ 15 w 15"/>
                <a:gd name="p0y68" fmla="*/ 1216 h 1772"/>
                <a:gd name="p0x69" fmla="*/ 0 w 15"/>
                <a:gd name="p0y69" fmla="*/ 1216 h 1772"/>
                <a:gd name="p0x70" fmla="*/ 0 w 15"/>
                <a:gd name="p0y70" fmla="*/ 1171 h 1772"/>
                <a:gd name="p0x71" fmla="*/ 0 w 15"/>
                <a:gd name="p0y71" fmla="*/ 1141 h 1772"/>
                <a:gd name="p0x72" fmla="*/ 15 w 15"/>
                <a:gd name="p0y72" fmla="*/ 1141 h 1772"/>
                <a:gd name="p0x73" fmla="*/ 15 w 15"/>
                <a:gd name="p0y73" fmla="*/ 1171 h 1772"/>
                <a:gd name="p0x74" fmla="*/ 0 w 15"/>
                <a:gd name="p0y74" fmla="*/ 1171 h 1772"/>
                <a:gd name="p0x75" fmla="*/ 0 w 15"/>
                <a:gd name="p0y75" fmla="*/ 1126 h 1772"/>
                <a:gd name="p0x76" fmla="*/ 0 w 15"/>
                <a:gd name="p0y76" fmla="*/ 1096 h 1772"/>
                <a:gd name="p0x77" fmla="*/ 15 w 15"/>
                <a:gd name="p0y77" fmla="*/ 1096 h 1772"/>
                <a:gd name="p0x78" fmla="*/ 15 w 15"/>
                <a:gd name="p0y78" fmla="*/ 1126 h 1772"/>
                <a:gd name="p0x79" fmla="*/ 0 w 15"/>
                <a:gd name="p0y79" fmla="*/ 1126 h 1772"/>
                <a:gd name="p0x80" fmla="*/ 0 w 15"/>
                <a:gd name="p0y80" fmla="*/ 1081 h 1772"/>
                <a:gd name="p0x81" fmla="*/ 0 w 15"/>
                <a:gd name="p0y81" fmla="*/ 1051 h 1772"/>
                <a:gd name="p0x82" fmla="*/ 15 w 15"/>
                <a:gd name="p0y82" fmla="*/ 1051 h 1772"/>
                <a:gd name="p0x83" fmla="*/ 15 w 15"/>
                <a:gd name="p0y83" fmla="*/ 1081 h 1772"/>
                <a:gd name="p0x84" fmla="*/ 0 w 15"/>
                <a:gd name="p0y84" fmla="*/ 1081 h 1772"/>
                <a:gd name="p0x85" fmla="*/ 0 w 15"/>
                <a:gd name="p0y85" fmla="*/ 1036 h 1772"/>
                <a:gd name="p0x86" fmla="*/ 0 w 15"/>
                <a:gd name="p0y86" fmla="*/ 1006 h 1772"/>
                <a:gd name="p0x87" fmla="*/ 15 w 15"/>
                <a:gd name="p0y87" fmla="*/ 1006 h 1772"/>
                <a:gd name="p0x88" fmla="*/ 15 w 15"/>
                <a:gd name="p0y88" fmla="*/ 1036 h 1772"/>
                <a:gd name="p0x89" fmla="*/ 0 w 15"/>
                <a:gd name="p0y89" fmla="*/ 1036 h 1772"/>
                <a:gd name="p0x90" fmla="*/ 0 w 15"/>
                <a:gd name="p0y90" fmla="*/ 991 h 1772"/>
                <a:gd name="p0x91" fmla="*/ 0 w 15"/>
                <a:gd name="p0y91" fmla="*/ 961 h 1772"/>
                <a:gd name="p0x92" fmla="*/ 15 w 15"/>
                <a:gd name="p0y92" fmla="*/ 961 h 1772"/>
                <a:gd name="p0x93" fmla="*/ 15 w 15"/>
                <a:gd name="p0y93" fmla="*/ 991 h 1772"/>
                <a:gd name="p0x94" fmla="*/ 0 w 15"/>
                <a:gd name="p0y94" fmla="*/ 991 h 1772"/>
                <a:gd name="p0x95" fmla="*/ 0 w 15"/>
                <a:gd name="p0y95" fmla="*/ 946 h 1772"/>
                <a:gd name="p0x96" fmla="*/ 0 w 15"/>
                <a:gd name="p0y96" fmla="*/ 916 h 1772"/>
                <a:gd name="p0x97" fmla="*/ 15 w 15"/>
                <a:gd name="p0y97" fmla="*/ 916 h 1772"/>
                <a:gd name="p0x98" fmla="*/ 15 w 15"/>
                <a:gd name="p0y98" fmla="*/ 946 h 1772"/>
                <a:gd name="p0x99" fmla="*/ 0 w 15"/>
                <a:gd name="p0y99" fmla="*/ 946 h 1772"/>
                <a:gd name="p0x100" fmla="*/ 0 w 15"/>
                <a:gd name="p0y100" fmla="*/ 901 h 1772"/>
                <a:gd name="p0x101" fmla="*/ 0 w 15"/>
                <a:gd name="p0y101" fmla="*/ 871 h 1772"/>
                <a:gd name="p0x102" fmla="*/ 15 w 15"/>
                <a:gd name="p0y102" fmla="*/ 871 h 1772"/>
                <a:gd name="p0x103" fmla="*/ 15 w 15"/>
                <a:gd name="p0y103" fmla="*/ 901 h 1772"/>
                <a:gd name="p0x104" fmla="*/ 0 w 15"/>
                <a:gd name="p0y104" fmla="*/ 901 h 1772"/>
                <a:gd name="p0x105" fmla="*/ 0 w 15"/>
                <a:gd name="p0y105" fmla="*/ 856 h 1772"/>
                <a:gd name="p0x106" fmla="*/ 0 w 15"/>
                <a:gd name="p0y106" fmla="*/ 826 h 1772"/>
                <a:gd name="p0x107" fmla="*/ 15 w 15"/>
                <a:gd name="p0y107" fmla="*/ 826 h 1772"/>
                <a:gd name="p0x108" fmla="*/ 15 w 15"/>
                <a:gd name="p0y108" fmla="*/ 856 h 1772"/>
                <a:gd name="p0x109" fmla="*/ 0 w 15"/>
                <a:gd name="p0y109" fmla="*/ 856 h 1772"/>
                <a:gd name="p0x110" fmla="*/ 0 w 15"/>
                <a:gd name="p0y110" fmla="*/ 811 h 1772"/>
                <a:gd name="p0x111" fmla="*/ 0 w 15"/>
                <a:gd name="p0y111" fmla="*/ 781 h 1772"/>
                <a:gd name="p0x112" fmla="*/ 15 w 15"/>
                <a:gd name="p0y112" fmla="*/ 781 h 1772"/>
                <a:gd name="p0x113" fmla="*/ 15 w 15"/>
                <a:gd name="p0y113" fmla="*/ 811 h 1772"/>
                <a:gd name="p0x114" fmla="*/ 0 w 15"/>
                <a:gd name="p0y114" fmla="*/ 811 h 1772"/>
                <a:gd name="p0x115" fmla="*/ 0 w 15"/>
                <a:gd name="p0y115" fmla="*/ 766 h 1772"/>
                <a:gd name="p0x116" fmla="*/ 0 w 15"/>
                <a:gd name="p0y116" fmla="*/ 736 h 1772"/>
                <a:gd name="p0x117" fmla="*/ 15 w 15"/>
                <a:gd name="p0y117" fmla="*/ 736 h 1772"/>
                <a:gd name="p0x118" fmla="*/ 15 w 15"/>
                <a:gd name="p0y118" fmla="*/ 766 h 1772"/>
                <a:gd name="p0x119" fmla="*/ 0 w 15"/>
                <a:gd name="p0y119" fmla="*/ 766 h 1772"/>
                <a:gd name="p0x120" fmla="*/ 0 w 15"/>
                <a:gd name="p0y120" fmla="*/ 721 h 1772"/>
                <a:gd name="p0x121" fmla="*/ 0 w 15"/>
                <a:gd name="p0y121" fmla="*/ 691 h 1772"/>
                <a:gd name="p0x122" fmla="*/ 15 w 15"/>
                <a:gd name="p0y122" fmla="*/ 691 h 1772"/>
                <a:gd name="p0x123" fmla="*/ 15 w 15"/>
                <a:gd name="p0y123" fmla="*/ 721 h 1772"/>
                <a:gd name="p0x124" fmla="*/ 0 w 15"/>
                <a:gd name="p0y124" fmla="*/ 721 h 1772"/>
                <a:gd name="p0x125" fmla="*/ 0 w 15"/>
                <a:gd name="p0y125" fmla="*/ 676 h 1772"/>
                <a:gd name="p0x126" fmla="*/ 0 w 15"/>
                <a:gd name="p0y126" fmla="*/ 646 h 1772"/>
                <a:gd name="p0x127" fmla="*/ 15 w 15"/>
                <a:gd name="p0y127" fmla="*/ 646 h 1772"/>
                <a:gd name="p0x128" fmla="*/ 15 w 15"/>
                <a:gd name="p0y128" fmla="*/ 676 h 1772"/>
                <a:gd name="p0x129" fmla="*/ 0 w 15"/>
                <a:gd name="p0y129" fmla="*/ 676 h 1772"/>
                <a:gd name="p0x130" fmla="*/ 0 w 15"/>
                <a:gd name="p0y130" fmla="*/ 631 h 1772"/>
                <a:gd name="p0x131" fmla="*/ 0 w 15"/>
                <a:gd name="p0y131" fmla="*/ 601 h 1772"/>
                <a:gd name="p0x132" fmla="*/ 15 w 15"/>
                <a:gd name="p0y132" fmla="*/ 601 h 1772"/>
                <a:gd name="p0x133" fmla="*/ 15 w 15"/>
                <a:gd name="p0y133" fmla="*/ 631 h 1772"/>
                <a:gd name="p0x134" fmla="*/ 0 w 15"/>
                <a:gd name="p0y134" fmla="*/ 631 h 1772"/>
                <a:gd name="p0x135" fmla="*/ 0 w 15"/>
                <a:gd name="p0y135" fmla="*/ 586 h 1772"/>
                <a:gd name="p0x136" fmla="*/ 0 w 15"/>
                <a:gd name="p0y136" fmla="*/ 556 h 1772"/>
                <a:gd name="p0x137" fmla="*/ 15 w 15"/>
                <a:gd name="p0y137" fmla="*/ 556 h 1772"/>
                <a:gd name="p0x138" fmla="*/ 15 w 15"/>
                <a:gd name="p0y138" fmla="*/ 586 h 1772"/>
                <a:gd name="p0x139" fmla="*/ 0 w 15"/>
                <a:gd name="p0y139" fmla="*/ 586 h 1772"/>
                <a:gd name="p0x140" fmla="*/ 0 w 15"/>
                <a:gd name="p0y140" fmla="*/ 541 h 1772"/>
                <a:gd name="p0x141" fmla="*/ 0 w 15"/>
                <a:gd name="p0y141" fmla="*/ 511 h 1772"/>
                <a:gd name="p0x142" fmla="*/ 15 w 15"/>
                <a:gd name="p0y142" fmla="*/ 511 h 1772"/>
                <a:gd name="p0x143" fmla="*/ 15 w 15"/>
                <a:gd name="p0y143" fmla="*/ 541 h 1772"/>
                <a:gd name="p0x144" fmla="*/ 0 w 15"/>
                <a:gd name="p0y144" fmla="*/ 541 h 1772"/>
                <a:gd name="p0x145" fmla="*/ 0 w 15"/>
                <a:gd name="p0y145" fmla="*/ 496 h 1772"/>
                <a:gd name="p0x146" fmla="*/ 0 w 15"/>
                <a:gd name="p0y146" fmla="*/ 466 h 1772"/>
                <a:gd name="p0x147" fmla="*/ 15 w 15"/>
                <a:gd name="p0y147" fmla="*/ 466 h 1772"/>
                <a:gd name="p0x148" fmla="*/ 15 w 15"/>
                <a:gd name="p0y148" fmla="*/ 496 h 1772"/>
                <a:gd name="p0x149" fmla="*/ 0 w 15"/>
                <a:gd name="p0y149" fmla="*/ 496 h 1772"/>
                <a:gd name="p0x150" fmla="*/ 0 w 15"/>
                <a:gd name="p0y150" fmla="*/ 451 h 1772"/>
                <a:gd name="p0x151" fmla="*/ 0 w 15"/>
                <a:gd name="p0y151" fmla="*/ 421 h 1772"/>
                <a:gd name="p0x152" fmla="*/ 15 w 15"/>
                <a:gd name="p0y152" fmla="*/ 421 h 1772"/>
                <a:gd name="p0x153" fmla="*/ 15 w 15"/>
                <a:gd name="p0y153" fmla="*/ 451 h 1772"/>
                <a:gd name="p0x154" fmla="*/ 0 w 15"/>
                <a:gd name="p0y154" fmla="*/ 451 h 1772"/>
                <a:gd name="p0x155" fmla="*/ 0 w 15"/>
                <a:gd name="p0y155" fmla="*/ 406 h 1772"/>
                <a:gd name="p0x156" fmla="*/ 0 w 15"/>
                <a:gd name="p0y156" fmla="*/ 376 h 1772"/>
                <a:gd name="p0x157" fmla="*/ 15 w 15"/>
                <a:gd name="p0y157" fmla="*/ 376 h 1772"/>
                <a:gd name="p0x158" fmla="*/ 15 w 15"/>
                <a:gd name="p0y158" fmla="*/ 406 h 1772"/>
                <a:gd name="p0x159" fmla="*/ 0 w 15"/>
                <a:gd name="p0y159" fmla="*/ 406 h 1772"/>
                <a:gd name="p0x160" fmla="*/ 0 w 15"/>
                <a:gd name="p0y160" fmla="*/ 361 h 1772"/>
                <a:gd name="p0x161" fmla="*/ 0 w 15"/>
                <a:gd name="p0y161" fmla="*/ 331 h 1772"/>
                <a:gd name="p0x162" fmla="*/ 15 w 15"/>
                <a:gd name="p0y162" fmla="*/ 331 h 1772"/>
                <a:gd name="p0x163" fmla="*/ 15 w 15"/>
                <a:gd name="p0y163" fmla="*/ 361 h 1772"/>
                <a:gd name="p0x164" fmla="*/ 0 w 15"/>
                <a:gd name="p0y164" fmla="*/ 361 h 1772"/>
                <a:gd name="p0x165" fmla="*/ 0 w 15"/>
                <a:gd name="p0y165" fmla="*/ 316 h 1772"/>
                <a:gd name="p0x166" fmla="*/ 0 w 15"/>
                <a:gd name="p0y166" fmla="*/ 286 h 1772"/>
                <a:gd name="p0x167" fmla="*/ 15 w 15"/>
                <a:gd name="p0y167" fmla="*/ 286 h 1772"/>
                <a:gd name="p0x168" fmla="*/ 15 w 15"/>
                <a:gd name="p0y168" fmla="*/ 316 h 1772"/>
                <a:gd name="p0x169" fmla="*/ 0 w 15"/>
                <a:gd name="p0y169" fmla="*/ 316 h 1772"/>
                <a:gd name="p0x170" fmla="*/ 0 w 15"/>
                <a:gd name="p0y170" fmla="*/ 271 h 1772"/>
                <a:gd name="p0x171" fmla="*/ 0 w 15"/>
                <a:gd name="p0y171" fmla="*/ 241 h 1772"/>
                <a:gd name="p0x172" fmla="*/ 15 w 15"/>
                <a:gd name="p0y172" fmla="*/ 241 h 1772"/>
                <a:gd name="p0x173" fmla="*/ 15 w 15"/>
                <a:gd name="p0y173" fmla="*/ 271 h 1772"/>
                <a:gd name="p0x174" fmla="*/ 0 w 15"/>
                <a:gd name="p0y174" fmla="*/ 271 h 1772"/>
                <a:gd name="p0x175" fmla="*/ 0 w 15"/>
                <a:gd name="p0y175" fmla="*/ 226 h 1772"/>
                <a:gd name="p0x176" fmla="*/ 0 w 15"/>
                <a:gd name="p0y176" fmla="*/ 196 h 1772"/>
                <a:gd name="p0x177" fmla="*/ 15 w 15"/>
                <a:gd name="p0y177" fmla="*/ 196 h 1772"/>
                <a:gd name="p0x178" fmla="*/ 15 w 15"/>
                <a:gd name="p0y178" fmla="*/ 226 h 1772"/>
                <a:gd name="p0x179" fmla="*/ 0 w 15"/>
                <a:gd name="p0y179" fmla="*/ 226 h 1772"/>
                <a:gd name="p0x180" fmla="*/ 0 w 15"/>
                <a:gd name="p0y180" fmla="*/ 181 h 1772"/>
                <a:gd name="p0x181" fmla="*/ 0 w 15"/>
                <a:gd name="p0y181" fmla="*/ 151 h 1772"/>
                <a:gd name="p0x182" fmla="*/ 15 w 15"/>
                <a:gd name="p0y182" fmla="*/ 151 h 1772"/>
                <a:gd name="p0x183" fmla="*/ 15 w 15"/>
                <a:gd name="p0y183" fmla="*/ 181 h 1772"/>
                <a:gd name="p0x184" fmla="*/ 0 w 15"/>
                <a:gd name="p0y184" fmla="*/ 181 h 1772"/>
                <a:gd name="p0x185" fmla="*/ 0 w 15"/>
                <a:gd name="p0y185" fmla="*/ 136 h 1772"/>
                <a:gd name="p0x186" fmla="*/ 0 w 15"/>
                <a:gd name="p0y186" fmla="*/ 106 h 1772"/>
                <a:gd name="p0x187" fmla="*/ 15 w 15"/>
                <a:gd name="p0y187" fmla="*/ 106 h 1772"/>
                <a:gd name="p0x188" fmla="*/ 15 w 15"/>
                <a:gd name="p0y188" fmla="*/ 136 h 1772"/>
                <a:gd name="p0x189" fmla="*/ 0 w 15"/>
                <a:gd name="p0y189" fmla="*/ 136 h 1772"/>
                <a:gd name="p0x190" fmla="*/ 0 w 15"/>
                <a:gd name="p0y190" fmla="*/ 91 h 1772"/>
                <a:gd name="p0x191" fmla="*/ 0 w 15"/>
                <a:gd name="p0y191" fmla="*/ 61 h 1772"/>
                <a:gd name="p0x192" fmla="*/ 15 w 15"/>
                <a:gd name="p0y192" fmla="*/ 61 h 1772"/>
                <a:gd name="p0x193" fmla="*/ 15 w 15"/>
                <a:gd name="p0y193" fmla="*/ 91 h 1772"/>
                <a:gd name="p0x194" fmla="*/ 0 w 15"/>
                <a:gd name="p0y194" fmla="*/ 91 h 1772"/>
                <a:gd name="p0x195" fmla="*/ 0 w 15"/>
                <a:gd name="p0y195" fmla="*/ 46 h 1772"/>
                <a:gd name="p0x196" fmla="*/ 0 w 15"/>
                <a:gd name="p0y196" fmla="*/ 16 h 1772"/>
                <a:gd name="p0x197" fmla="*/ 15 w 15"/>
                <a:gd name="p0y197" fmla="*/ 16 h 1772"/>
                <a:gd name="p0x198" fmla="*/ 15 w 15"/>
                <a:gd name="p0y198" fmla="*/ 46 h 1772"/>
                <a:gd name="p0x199" fmla="*/ 0 w 15"/>
                <a:gd name="p0y199" fmla="*/ 46 h 1772"/>
                <a:gd name="p0x200" fmla="*/ 0 w 15"/>
                <a:gd name="p0y200" fmla="*/ 1 h 1772"/>
                <a:gd name="p0x201" fmla="*/ 0 w 15"/>
                <a:gd name="p0y201" fmla="*/ 0 h 1772"/>
                <a:gd name="p0x202" fmla="*/ 15 w 15"/>
                <a:gd name="p0y202" fmla="*/ 0 h 1772"/>
                <a:gd name="p0x203" fmla="*/ 15 w 15"/>
                <a:gd name="p0y203" fmla="*/ 1 h 1772"/>
                <a:gd name="p0x204" fmla="*/ 0 w 15"/>
                <a:gd name="p0y204" fmla="*/ 1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</a:path>
              </a:pathLst>
            </a:custGeom>
            <a:solidFill>
              <a:srgbClr val="FFFFFF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" name="任意多边形 30"/>
          <p:cNvSpPr/>
          <p:nvPr>
            <p:custDataLst>
              <p:tags r:id="rId16"/>
            </p:custDataLst>
          </p:nvPr>
        </p:nvSpPr>
        <p:spPr>
          <a:xfrm>
            <a:off x="4981575" y="290766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17"/>
            </p:custDataLst>
          </p:nvPr>
        </p:nvSpPr>
        <p:spPr>
          <a:xfrm>
            <a:off x="7258050" y="2438498"/>
            <a:ext cx="20002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最大的几个文件</a:t>
            </a:r>
            <a:endParaRPr lang="zh-CN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8"/>
            </p:custDataLst>
          </p:nvPr>
        </p:nvSpPr>
        <p:spPr>
          <a:xfrm>
            <a:off x="7229475" y="1570990"/>
            <a:ext cx="1981200" cy="860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level_controller.gd</a:t>
            </a:r>
            <a:r>
              <a:rPr lang="zh-CN" altLang="en-US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2760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行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en-US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player.gd: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1832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行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7229475" y="4633595"/>
            <a:ext cx="8890" cy="1125220"/>
            <a:chOff x="11385" y="7297"/>
            <a:chExt cx="14" cy="1772"/>
          </a:xfrm>
        </p:grpSpPr>
        <p:sp>
          <p:nvSpPr>
            <p:cNvPr id="33" name="任意多边形 32"/>
            <p:cNvSpPr/>
            <p:nvPr>
              <p:custDataLst>
                <p:tags r:id="rId19"/>
              </p:custDataLst>
            </p:nvPr>
          </p:nvSpPr>
          <p:spPr>
            <a:xfrm>
              <a:off x="11385" y="7297"/>
              <a:ext cx="15" cy="1772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0 h 1772"/>
                <a:gd name="p0x1" fmla="*/ 15 w 15"/>
                <a:gd name="p0y1" fmla="*/ 0 h 1772"/>
                <a:gd name="p0x2" fmla="*/ 15 w 15"/>
                <a:gd name="p0y2" fmla="*/ 1772 h 1772"/>
                <a:gd name="p0x3" fmla="*/ 0 w 15"/>
                <a:gd name="p0y3" fmla="*/ 1772 h 1772"/>
                <a:gd name="p0x4" fmla="*/ 0 w 15"/>
                <a:gd name="p0y4" fmla="*/ 0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>
              <p:custDataLst>
                <p:tags r:id="rId20"/>
              </p:custDataLst>
            </p:nvPr>
          </p:nvSpPr>
          <p:spPr>
            <a:xfrm>
              <a:off x="11385" y="7297"/>
              <a:ext cx="15" cy="1772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1772 h 1772"/>
                <a:gd name="p0x1" fmla="*/ 0 w 15"/>
                <a:gd name="p0y1" fmla="*/ 1771 h 1772"/>
                <a:gd name="p0x2" fmla="*/ 15 w 15"/>
                <a:gd name="p0y2" fmla="*/ 1771 h 1772"/>
                <a:gd name="p0x3" fmla="*/ 15 w 15"/>
                <a:gd name="p0y3" fmla="*/ 1772 h 1772"/>
                <a:gd name="p0x4" fmla="*/ 0 w 15"/>
                <a:gd name="p0y4" fmla="*/ 1772 h 1772"/>
                <a:gd name="p0x5" fmla="*/ 0 w 15"/>
                <a:gd name="p0y5" fmla="*/ 1756 h 1772"/>
                <a:gd name="p0x6" fmla="*/ 0 w 15"/>
                <a:gd name="p0y6" fmla="*/ 1726 h 1772"/>
                <a:gd name="p0x7" fmla="*/ 15 w 15"/>
                <a:gd name="p0y7" fmla="*/ 1726 h 1772"/>
                <a:gd name="p0x8" fmla="*/ 15 w 15"/>
                <a:gd name="p0y8" fmla="*/ 1756 h 1772"/>
                <a:gd name="p0x9" fmla="*/ 0 w 15"/>
                <a:gd name="p0y9" fmla="*/ 1756 h 1772"/>
                <a:gd name="p0x10" fmla="*/ 0 w 15"/>
                <a:gd name="p0y10" fmla="*/ 1711 h 1772"/>
                <a:gd name="p0x11" fmla="*/ 0 w 15"/>
                <a:gd name="p0y11" fmla="*/ 1681 h 1772"/>
                <a:gd name="p0x12" fmla="*/ 15 w 15"/>
                <a:gd name="p0y12" fmla="*/ 1681 h 1772"/>
                <a:gd name="p0x13" fmla="*/ 15 w 15"/>
                <a:gd name="p0y13" fmla="*/ 1711 h 1772"/>
                <a:gd name="p0x14" fmla="*/ 0 w 15"/>
                <a:gd name="p0y14" fmla="*/ 1711 h 1772"/>
                <a:gd name="p0x15" fmla="*/ 0 w 15"/>
                <a:gd name="p0y15" fmla="*/ 1666 h 1772"/>
                <a:gd name="p0x16" fmla="*/ 0 w 15"/>
                <a:gd name="p0y16" fmla="*/ 1636 h 1772"/>
                <a:gd name="p0x17" fmla="*/ 15 w 15"/>
                <a:gd name="p0y17" fmla="*/ 1636 h 1772"/>
                <a:gd name="p0x18" fmla="*/ 15 w 15"/>
                <a:gd name="p0y18" fmla="*/ 1666 h 1772"/>
                <a:gd name="p0x19" fmla="*/ 0 w 15"/>
                <a:gd name="p0y19" fmla="*/ 1666 h 1772"/>
                <a:gd name="p0x20" fmla="*/ 0 w 15"/>
                <a:gd name="p0y20" fmla="*/ 1621 h 1772"/>
                <a:gd name="p0x21" fmla="*/ 0 w 15"/>
                <a:gd name="p0y21" fmla="*/ 1591 h 1772"/>
                <a:gd name="p0x22" fmla="*/ 15 w 15"/>
                <a:gd name="p0y22" fmla="*/ 1591 h 1772"/>
                <a:gd name="p0x23" fmla="*/ 15 w 15"/>
                <a:gd name="p0y23" fmla="*/ 1621 h 1772"/>
                <a:gd name="p0x24" fmla="*/ 0 w 15"/>
                <a:gd name="p0y24" fmla="*/ 1621 h 1772"/>
                <a:gd name="p0x25" fmla="*/ 0 w 15"/>
                <a:gd name="p0y25" fmla="*/ 1576 h 1772"/>
                <a:gd name="p0x26" fmla="*/ 0 w 15"/>
                <a:gd name="p0y26" fmla="*/ 1546 h 1772"/>
                <a:gd name="p0x27" fmla="*/ 15 w 15"/>
                <a:gd name="p0y27" fmla="*/ 1546 h 1772"/>
                <a:gd name="p0x28" fmla="*/ 15 w 15"/>
                <a:gd name="p0y28" fmla="*/ 1576 h 1772"/>
                <a:gd name="p0x29" fmla="*/ 0 w 15"/>
                <a:gd name="p0y29" fmla="*/ 1576 h 1772"/>
                <a:gd name="p0x30" fmla="*/ 0 w 15"/>
                <a:gd name="p0y30" fmla="*/ 1531 h 1772"/>
                <a:gd name="p0x31" fmla="*/ 0 w 15"/>
                <a:gd name="p0y31" fmla="*/ 1501 h 1772"/>
                <a:gd name="p0x32" fmla="*/ 15 w 15"/>
                <a:gd name="p0y32" fmla="*/ 1501 h 1772"/>
                <a:gd name="p0x33" fmla="*/ 15 w 15"/>
                <a:gd name="p0y33" fmla="*/ 1531 h 1772"/>
                <a:gd name="p0x34" fmla="*/ 0 w 15"/>
                <a:gd name="p0y34" fmla="*/ 1531 h 1772"/>
                <a:gd name="p0x35" fmla="*/ 0 w 15"/>
                <a:gd name="p0y35" fmla="*/ 1486 h 1772"/>
                <a:gd name="p0x36" fmla="*/ 0 w 15"/>
                <a:gd name="p0y36" fmla="*/ 1456 h 1772"/>
                <a:gd name="p0x37" fmla="*/ 15 w 15"/>
                <a:gd name="p0y37" fmla="*/ 1456 h 1772"/>
                <a:gd name="p0x38" fmla="*/ 15 w 15"/>
                <a:gd name="p0y38" fmla="*/ 1486 h 1772"/>
                <a:gd name="p0x39" fmla="*/ 0 w 15"/>
                <a:gd name="p0y39" fmla="*/ 1486 h 1772"/>
                <a:gd name="p0x40" fmla="*/ 0 w 15"/>
                <a:gd name="p0y40" fmla="*/ 1441 h 1772"/>
                <a:gd name="p0x41" fmla="*/ 0 w 15"/>
                <a:gd name="p0y41" fmla="*/ 1411 h 1772"/>
                <a:gd name="p0x42" fmla="*/ 15 w 15"/>
                <a:gd name="p0y42" fmla="*/ 1411 h 1772"/>
                <a:gd name="p0x43" fmla="*/ 15 w 15"/>
                <a:gd name="p0y43" fmla="*/ 1441 h 1772"/>
                <a:gd name="p0x44" fmla="*/ 0 w 15"/>
                <a:gd name="p0y44" fmla="*/ 1441 h 1772"/>
                <a:gd name="p0x45" fmla="*/ 0 w 15"/>
                <a:gd name="p0y45" fmla="*/ 1396 h 1772"/>
                <a:gd name="p0x46" fmla="*/ 0 w 15"/>
                <a:gd name="p0y46" fmla="*/ 1366 h 1772"/>
                <a:gd name="p0x47" fmla="*/ 15 w 15"/>
                <a:gd name="p0y47" fmla="*/ 1366 h 1772"/>
                <a:gd name="p0x48" fmla="*/ 15 w 15"/>
                <a:gd name="p0y48" fmla="*/ 1396 h 1772"/>
                <a:gd name="p0x49" fmla="*/ 0 w 15"/>
                <a:gd name="p0y49" fmla="*/ 1396 h 1772"/>
                <a:gd name="p0x50" fmla="*/ 0 w 15"/>
                <a:gd name="p0y50" fmla="*/ 1351 h 1772"/>
                <a:gd name="p0x51" fmla="*/ 0 w 15"/>
                <a:gd name="p0y51" fmla="*/ 1321 h 1772"/>
                <a:gd name="p0x52" fmla="*/ 15 w 15"/>
                <a:gd name="p0y52" fmla="*/ 1321 h 1772"/>
                <a:gd name="p0x53" fmla="*/ 15 w 15"/>
                <a:gd name="p0y53" fmla="*/ 1351 h 1772"/>
                <a:gd name="p0x54" fmla="*/ 0 w 15"/>
                <a:gd name="p0y54" fmla="*/ 1351 h 1772"/>
                <a:gd name="p0x55" fmla="*/ 0 w 15"/>
                <a:gd name="p0y55" fmla="*/ 1306 h 1772"/>
                <a:gd name="p0x56" fmla="*/ 0 w 15"/>
                <a:gd name="p0y56" fmla="*/ 1276 h 1772"/>
                <a:gd name="p0x57" fmla="*/ 15 w 15"/>
                <a:gd name="p0y57" fmla="*/ 1276 h 1772"/>
                <a:gd name="p0x58" fmla="*/ 15 w 15"/>
                <a:gd name="p0y58" fmla="*/ 1306 h 1772"/>
                <a:gd name="p0x59" fmla="*/ 0 w 15"/>
                <a:gd name="p0y59" fmla="*/ 1306 h 1772"/>
                <a:gd name="p0x60" fmla="*/ 0 w 15"/>
                <a:gd name="p0y60" fmla="*/ 1261 h 1772"/>
                <a:gd name="p0x61" fmla="*/ 0 w 15"/>
                <a:gd name="p0y61" fmla="*/ 1231 h 1772"/>
                <a:gd name="p0x62" fmla="*/ 15 w 15"/>
                <a:gd name="p0y62" fmla="*/ 1231 h 1772"/>
                <a:gd name="p0x63" fmla="*/ 15 w 15"/>
                <a:gd name="p0y63" fmla="*/ 1261 h 1772"/>
                <a:gd name="p0x64" fmla="*/ 0 w 15"/>
                <a:gd name="p0y64" fmla="*/ 1261 h 1772"/>
                <a:gd name="p0x65" fmla="*/ 0 w 15"/>
                <a:gd name="p0y65" fmla="*/ 1216 h 1772"/>
                <a:gd name="p0x66" fmla="*/ 0 w 15"/>
                <a:gd name="p0y66" fmla="*/ 1186 h 1772"/>
                <a:gd name="p0x67" fmla="*/ 15 w 15"/>
                <a:gd name="p0y67" fmla="*/ 1186 h 1772"/>
                <a:gd name="p0x68" fmla="*/ 15 w 15"/>
                <a:gd name="p0y68" fmla="*/ 1216 h 1772"/>
                <a:gd name="p0x69" fmla="*/ 0 w 15"/>
                <a:gd name="p0y69" fmla="*/ 1216 h 1772"/>
                <a:gd name="p0x70" fmla="*/ 0 w 15"/>
                <a:gd name="p0y70" fmla="*/ 1171 h 1772"/>
                <a:gd name="p0x71" fmla="*/ 0 w 15"/>
                <a:gd name="p0y71" fmla="*/ 1141 h 1772"/>
                <a:gd name="p0x72" fmla="*/ 15 w 15"/>
                <a:gd name="p0y72" fmla="*/ 1141 h 1772"/>
                <a:gd name="p0x73" fmla="*/ 15 w 15"/>
                <a:gd name="p0y73" fmla="*/ 1171 h 1772"/>
                <a:gd name="p0x74" fmla="*/ 0 w 15"/>
                <a:gd name="p0y74" fmla="*/ 1171 h 1772"/>
                <a:gd name="p0x75" fmla="*/ 0 w 15"/>
                <a:gd name="p0y75" fmla="*/ 1126 h 1772"/>
                <a:gd name="p0x76" fmla="*/ 0 w 15"/>
                <a:gd name="p0y76" fmla="*/ 1096 h 1772"/>
                <a:gd name="p0x77" fmla="*/ 15 w 15"/>
                <a:gd name="p0y77" fmla="*/ 1096 h 1772"/>
                <a:gd name="p0x78" fmla="*/ 15 w 15"/>
                <a:gd name="p0y78" fmla="*/ 1126 h 1772"/>
                <a:gd name="p0x79" fmla="*/ 0 w 15"/>
                <a:gd name="p0y79" fmla="*/ 1126 h 1772"/>
                <a:gd name="p0x80" fmla="*/ 0 w 15"/>
                <a:gd name="p0y80" fmla="*/ 1081 h 1772"/>
                <a:gd name="p0x81" fmla="*/ 0 w 15"/>
                <a:gd name="p0y81" fmla="*/ 1051 h 1772"/>
                <a:gd name="p0x82" fmla="*/ 15 w 15"/>
                <a:gd name="p0y82" fmla="*/ 1051 h 1772"/>
                <a:gd name="p0x83" fmla="*/ 15 w 15"/>
                <a:gd name="p0y83" fmla="*/ 1081 h 1772"/>
                <a:gd name="p0x84" fmla="*/ 0 w 15"/>
                <a:gd name="p0y84" fmla="*/ 1081 h 1772"/>
                <a:gd name="p0x85" fmla="*/ 0 w 15"/>
                <a:gd name="p0y85" fmla="*/ 1036 h 1772"/>
                <a:gd name="p0x86" fmla="*/ 0 w 15"/>
                <a:gd name="p0y86" fmla="*/ 1006 h 1772"/>
                <a:gd name="p0x87" fmla="*/ 15 w 15"/>
                <a:gd name="p0y87" fmla="*/ 1006 h 1772"/>
                <a:gd name="p0x88" fmla="*/ 15 w 15"/>
                <a:gd name="p0y88" fmla="*/ 1036 h 1772"/>
                <a:gd name="p0x89" fmla="*/ 0 w 15"/>
                <a:gd name="p0y89" fmla="*/ 1036 h 1772"/>
                <a:gd name="p0x90" fmla="*/ 0 w 15"/>
                <a:gd name="p0y90" fmla="*/ 991 h 1772"/>
                <a:gd name="p0x91" fmla="*/ 0 w 15"/>
                <a:gd name="p0y91" fmla="*/ 961 h 1772"/>
                <a:gd name="p0x92" fmla="*/ 15 w 15"/>
                <a:gd name="p0y92" fmla="*/ 961 h 1772"/>
                <a:gd name="p0x93" fmla="*/ 15 w 15"/>
                <a:gd name="p0y93" fmla="*/ 991 h 1772"/>
                <a:gd name="p0x94" fmla="*/ 0 w 15"/>
                <a:gd name="p0y94" fmla="*/ 991 h 1772"/>
                <a:gd name="p0x95" fmla="*/ 0 w 15"/>
                <a:gd name="p0y95" fmla="*/ 946 h 1772"/>
                <a:gd name="p0x96" fmla="*/ 0 w 15"/>
                <a:gd name="p0y96" fmla="*/ 916 h 1772"/>
                <a:gd name="p0x97" fmla="*/ 15 w 15"/>
                <a:gd name="p0y97" fmla="*/ 916 h 1772"/>
                <a:gd name="p0x98" fmla="*/ 15 w 15"/>
                <a:gd name="p0y98" fmla="*/ 946 h 1772"/>
                <a:gd name="p0x99" fmla="*/ 0 w 15"/>
                <a:gd name="p0y99" fmla="*/ 946 h 1772"/>
                <a:gd name="p0x100" fmla="*/ 0 w 15"/>
                <a:gd name="p0y100" fmla="*/ 901 h 1772"/>
                <a:gd name="p0x101" fmla="*/ 0 w 15"/>
                <a:gd name="p0y101" fmla="*/ 871 h 1772"/>
                <a:gd name="p0x102" fmla="*/ 15 w 15"/>
                <a:gd name="p0y102" fmla="*/ 871 h 1772"/>
                <a:gd name="p0x103" fmla="*/ 15 w 15"/>
                <a:gd name="p0y103" fmla="*/ 901 h 1772"/>
                <a:gd name="p0x104" fmla="*/ 0 w 15"/>
                <a:gd name="p0y104" fmla="*/ 901 h 1772"/>
                <a:gd name="p0x105" fmla="*/ 0 w 15"/>
                <a:gd name="p0y105" fmla="*/ 856 h 1772"/>
                <a:gd name="p0x106" fmla="*/ 0 w 15"/>
                <a:gd name="p0y106" fmla="*/ 826 h 1772"/>
                <a:gd name="p0x107" fmla="*/ 15 w 15"/>
                <a:gd name="p0y107" fmla="*/ 826 h 1772"/>
                <a:gd name="p0x108" fmla="*/ 15 w 15"/>
                <a:gd name="p0y108" fmla="*/ 856 h 1772"/>
                <a:gd name="p0x109" fmla="*/ 0 w 15"/>
                <a:gd name="p0y109" fmla="*/ 856 h 1772"/>
                <a:gd name="p0x110" fmla="*/ 0 w 15"/>
                <a:gd name="p0y110" fmla="*/ 811 h 1772"/>
                <a:gd name="p0x111" fmla="*/ 0 w 15"/>
                <a:gd name="p0y111" fmla="*/ 781 h 1772"/>
                <a:gd name="p0x112" fmla="*/ 15 w 15"/>
                <a:gd name="p0y112" fmla="*/ 781 h 1772"/>
                <a:gd name="p0x113" fmla="*/ 15 w 15"/>
                <a:gd name="p0y113" fmla="*/ 811 h 1772"/>
                <a:gd name="p0x114" fmla="*/ 0 w 15"/>
                <a:gd name="p0y114" fmla="*/ 811 h 1772"/>
                <a:gd name="p0x115" fmla="*/ 0 w 15"/>
                <a:gd name="p0y115" fmla="*/ 766 h 1772"/>
                <a:gd name="p0x116" fmla="*/ 0 w 15"/>
                <a:gd name="p0y116" fmla="*/ 736 h 1772"/>
                <a:gd name="p0x117" fmla="*/ 15 w 15"/>
                <a:gd name="p0y117" fmla="*/ 736 h 1772"/>
                <a:gd name="p0x118" fmla="*/ 15 w 15"/>
                <a:gd name="p0y118" fmla="*/ 766 h 1772"/>
                <a:gd name="p0x119" fmla="*/ 0 w 15"/>
                <a:gd name="p0y119" fmla="*/ 766 h 1772"/>
                <a:gd name="p0x120" fmla="*/ 0 w 15"/>
                <a:gd name="p0y120" fmla="*/ 721 h 1772"/>
                <a:gd name="p0x121" fmla="*/ 0 w 15"/>
                <a:gd name="p0y121" fmla="*/ 691 h 1772"/>
                <a:gd name="p0x122" fmla="*/ 15 w 15"/>
                <a:gd name="p0y122" fmla="*/ 691 h 1772"/>
                <a:gd name="p0x123" fmla="*/ 15 w 15"/>
                <a:gd name="p0y123" fmla="*/ 721 h 1772"/>
                <a:gd name="p0x124" fmla="*/ 0 w 15"/>
                <a:gd name="p0y124" fmla="*/ 721 h 1772"/>
                <a:gd name="p0x125" fmla="*/ 0 w 15"/>
                <a:gd name="p0y125" fmla="*/ 676 h 1772"/>
                <a:gd name="p0x126" fmla="*/ 0 w 15"/>
                <a:gd name="p0y126" fmla="*/ 646 h 1772"/>
                <a:gd name="p0x127" fmla="*/ 15 w 15"/>
                <a:gd name="p0y127" fmla="*/ 646 h 1772"/>
                <a:gd name="p0x128" fmla="*/ 15 w 15"/>
                <a:gd name="p0y128" fmla="*/ 676 h 1772"/>
                <a:gd name="p0x129" fmla="*/ 0 w 15"/>
                <a:gd name="p0y129" fmla="*/ 676 h 1772"/>
                <a:gd name="p0x130" fmla="*/ 0 w 15"/>
                <a:gd name="p0y130" fmla="*/ 631 h 1772"/>
                <a:gd name="p0x131" fmla="*/ 0 w 15"/>
                <a:gd name="p0y131" fmla="*/ 601 h 1772"/>
                <a:gd name="p0x132" fmla="*/ 15 w 15"/>
                <a:gd name="p0y132" fmla="*/ 601 h 1772"/>
                <a:gd name="p0x133" fmla="*/ 15 w 15"/>
                <a:gd name="p0y133" fmla="*/ 631 h 1772"/>
                <a:gd name="p0x134" fmla="*/ 0 w 15"/>
                <a:gd name="p0y134" fmla="*/ 631 h 1772"/>
                <a:gd name="p0x135" fmla="*/ 0 w 15"/>
                <a:gd name="p0y135" fmla="*/ 586 h 1772"/>
                <a:gd name="p0x136" fmla="*/ 0 w 15"/>
                <a:gd name="p0y136" fmla="*/ 556 h 1772"/>
                <a:gd name="p0x137" fmla="*/ 15 w 15"/>
                <a:gd name="p0y137" fmla="*/ 556 h 1772"/>
                <a:gd name="p0x138" fmla="*/ 15 w 15"/>
                <a:gd name="p0y138" fmla="*/ 586 h 1772"/>
                <a:gd name="p0x139" fmla="*/ 0 w 15"/>
                <a:gd name="p0y139" fmla="*/ 586 h 1772"/>
                <a:gd name="p0x140" fmla="*/ 0 w 15"/>
                <a:gd name="p0y140" fmla="*/ 541 h 1772"/>
                <a:gd name="p0x141" fmla="*/ 0 w 15"/>
                <a:gd name="p0y141" fmla="*/ 511 h 1772"/>
                <a:gd name="p0x142" fmla="*/ 15 w 15"/>
                <a:gd name="p0y142" fmla="*/ 511 h 1772"/>
                <a:gd name="p0x143" fmla="*/ 15 w 15"/>
                <a:gd name="p0y143" fmla="*/ 541 h 1772"/>
                <a:gd name="p0x144" fmla="*/ 0 w 15"/>
                <a:gd name="p0y144" fmla="*/ 541 h 1772"/>
                <a:gd name="p0x145" fmla="*/ 0 w 15"/>
                <a:gd name="p0y145" fmla="*/ 496 h 1772"/>
                <a:gd name="p0x146" fmla="*/ 0 w 15"/>
                <a:gd name="p0y146" fmla="*/ 466 h 1772"/>
                <a:gd name="p0x147" fmla="*/ 15 w 15"/>
                <a:gd name="p0y147" fmla="*/ 466 h 1772"/>
                <a:gd name="p0x148" fmla="*/ 15 w 15"/>
                <a:gd name="p0y148" fmla="*/ 496 h 1772"/>
                <a:gd name="p0x149" fmla="*/ 0 w 15"/>
                <a:gd name="p0y149" fmla="*/ 496 h 1772"/>
                <a:gd name="p0x150" fmla="*/ 0 w 15"/>
                <a:gd name="p0y150" fmla="*/ 451 h 1772"/>
                <a:gd name="p0x151" fmla="*/ 0 w 15"/>
                <a:gd name="p0y151" fmla="*/ 421 h 1772"/>
                <a:gd name="p0x152" fmla="*/ 15 w 15"/>
                <a:gd name="p0y152" fmla="*/ 421 h 1772"/>
                <a:gd name="p0x153" fmla="*/ 15 w 15"/>
                <a:gd name="p0y153" fmla="*/ 451 h 1772"/>
                <a:gd name="p0x154" fmla="*/ 0 w 15"/>
                <a:gd name="p0y154" fmla="*/ 451 h 1772"/>
                <a:gd name="p0x155" fmla="*/ 0 w 15"/>
                <a:gd name="p0y155" fmla="*/ 406 h 1772"/>
                <a:gd name="p0x156" fmla="*/ 0 w 15"/>
                <a:gd name="p0y156" fmla="*/ 376 h 1772"/>
                <a:gd name="p0x157" fmla="*/ 15 w 15"/>
                <a:gd name="p0y157" fmla="*/ 376 h 1772"/>
                <a:gd name="p0x158" fmla="*/ 15 w 15"/>
                <a:gd name="p0y158" fmla="*/ 406 h 1772"/>
                <a:gd name="p0x159" fmla="*/ 0 w 15"/>
                <a:gd name="p0y159" fmla="*/ 406 h 1772"/>
                <a:gd name="p0x160" fmla="*/ 0 w 15"/>
                <a:gd name="p0y160" fmla="*/ 361 h 1772"/>
                <a:gd name="p0x161" fmla="*/ 0 w 15"/>
                <a:gd name="p0y161" fmla="*/ 331 h 1772"/>
                <a:gd name="p0x162" fmla="*/ 15 w 15"/>
                <a:gd name="p0y162" fmla="*/ 331 h 1772"/>
                <a:gd name="p0x163" fmla="*/ 15 w 15"/>
                <a:gd name="p0y163" fmla="*/ 361 h 1772"/>
                <a:gd name="p0x164" fmla="*/ 0 w 15"/>
                <a:gd name="p0y164" fmla="*/ 361 h 1772"/>
                <a:gd name="p0x165" fmla="*/ 0 w 15"/>
                <a:gd name="p0y165" fmla="*/ 316 h 1772"/>
                <a:gd name="p0x166" fmla="*/ 0 w 15"/>
                <a:gd name="p0y166" fmla="*/ 286 h 1772"/>
                <a:gd name="p0x167" fmla="*/ 15 w 15"/>
                <a:gd name="p0y167" fmla="*/ 286 h 1772"/>
                <a:gd name="p0x168" fmla="*/ 15 w 15"/>
                <a:gd name="p0y168" fmla="*/ 316 h 1772"/>
                <a:gd name="p0x169" fmla="*/ 0 w 15"/>
                <a:gd name="p0y169" fmla="*/ 316 h 1772"/>
                <a:gd name="p0x170" fmla="*/ 0 w 15"/>
                <a:gd name="p0y170" fmla="*/ 271 h 1772"/>
                <a:gd name="p0x171" fmla="*/ 0 w 15"/>
                <a:gd name="p0y171" fmla="*/ 241 h 1772"/>
                <a:gd name="p0x172" fmla="*/ 15 w 15"/>
                <a:gd name="p0y172" fmla="*/ 241 h 1772"/>
                <a:gd name="p0x173" fmla="*/ 15 w 15"/>
                <a:gd name="p0y173" fmla="*/ 271 h 1772"/>
                <a:gd name="p0x174" fmla="*/ 0 w 15"/>
                <a:gd name="p0y174" fmla="*/ 271 h 1772"/>
                <a:gd name="p0x175" fmla="*/ 0 w 15"/>
                <a:gd name="p0y175" fmla="*/ 226 h 1772"/>
                <a:gd name="p0x176" fmla="*/ 0 w 15"/>
                <a:gd name="p0y176" fmla="*/ 196 h 1772"/>
                <a:gd name="p0x177" fmla="*/ 15 w 15"/>
                <a:gd name="p0y177" fmla="*/ 196 h 1772"/>
                <a:gd name="p0x178" fmla="*/ 15 w 15"/>
                <a:gd name="p0y178" fmla="*/ 226 h 1772"/>
                <a:gd name="p0x179" fmla="*/ 0 w 15"/>
                <a:gd name="p0y179" fmla="*/ 226 h 1772"/>
                <a:gd name="p0x180" fmla="*/ 0 w 15"/>
                <a:gd name="p0y180" fmla="*/ 181 h 1772"/>
                <a:gd name="p0x181" fmla="*/ 0 w 15"/>
                <a:gd name="p0y181" fmla="*/ 151 h 1772"/>
                <a:gd name="p0x182" fmla="*/ 15 w 15"/>
                <a:gd name="p0y182" fmla="*/ 151 h 1772"/>
                <a:gd name="p0x183" fmla="*/ 15 w 15"/>
                <a:gd name="p0y183" fmla="*/ 181 h 1772"/>
                <a:gd name="p0x184" fmla="*/ 0 w 15"/>
                <a:gd name="p0y184" fmla="*/ 181 h 1772"/>
                <a:gd name="p0x185" fmla="*/ 0 w 15"/>
                <a:gd name="p0y185" fmla="*/ 136 h 1772"/>
                <a:gd name="p0x186" fmla="*/ 0 w 15"/>
                <a:gd name="p0y186" fmla="*/ 106 h 1772"/>
                <a:gd name="p0x187" fmla="*/ 15 w 15"/>
                <a:gd name="p0y187" fmla="*/ 106 h 1772"/>
                <a:gd name="p0x188" fmla="*/ 15 w 15"/>
                <a:gd name="p0y188" fmla="*/ 136 h 1772"/>
                <a:gd name="p0x189" fmla="*/ 0 w 15"/>
                <a:gd name="p0y189" fmla="*/ 136 h 1772"/>
                <a:gd name="p0x190" fmla="*/ 0 w 15"/>
                <a:gd name="p0y190" fmla="*/ 91 h 1772"/>
                <a:gd name="p0x191" fmla="*/ 0 w 15"/>
                <a:gd name="p0y191" fmla="*/ 61 h 1772"/>
                <a:gd name="p0x192" fmla="*/ 15 w 15"/>
                <a:gd name="p0y192" fmla="*/ 61 h 1772"/>
                <a:gd name="p0x193" fmla="*/ 15 w 15"/>
                <a:gd name="p0y193" fmla="*/ 91 h 1772"/>
                <a:gd name="p0x194" fmla="*/ 0 w 15"/>
                <a:gd name="p0y194" fmla="*/ 91 h 1772"/>
                <a:gd name="p0x195" fmla="*/ 0 w 15"/>
                <a:gd name="p0y195" fmla="*/ 46 h 1772"/>
                <a:gd name="p0x196" fmla="*/ 0 w 15"/>
                <a:gd name="p0y196" fmla="*/ 16 h 1772"/>
                <a:gd name="p0x197" fmla="*/ 15 w 15"/>
                <a:gd name="p0y197" fmla="*/ 16 h 1772"/>
                <a:gd name="p0x198" fmla="*/ 15 w 15"/>
                <a:gd name="p0y198" fmla="*/ 46 h 1772"/>
                <a:gd name="p0x199" fmla="*/ 0 w 15"/>
                <a:gd name="p0y199" fmla="*/ 46 h 1772"/>
                <a:gd name="p0x200" fmla="*/ 0 w 15"/>
                <a:gd name="p0y200" fmla="*/ 1 h 1772"/>
                <a:gd name="p0x201" fmla="*/ 0 w 15"/>
                <a:gd name="p0y201" fmla="*/ 0 h 1772"/>
                <a:gd name="p0x202" fmla="*/ 15 w 15"/>
                <a:gd name="p0y202" fmla="*/ 0 h 1772"/>
                <a:gd name="p0x203" fmla="*/ 15 w 15"/>
                <a:gd name="p0y203" fmla="*/ 1 h 1772"/>
                <a:gd name="p0x204" fmla="*/ 0 w 15"/>
                <a:gd name="p0y204" fmla="*/ 1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</a:path>
              </a:pathLst>
            </a:custGeom>
            <a:solidFill>
              <a:srgbClr val="FFFFFF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9" name="任意多边形 38"/>
          <p:cNvSpPr/>
          <p:nvPr>
            <p:custDataLst>
              <p:tags r:id="rId21"/>
            </p:custDataLst>
          </p:nvPr>
        </p:nvSpPr>
        <p:spPr>
          <a:xfrm>
            <a:off x="7172325" y="292290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22"/>
            </p:custDataLst>
          </p:nvPr>
        </p:nvSpPr>
        <p:spPr>
          <a:xfrm>
            <a:off x="9420225" y="3307293"/>
            <a:ext cx="20002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最大的几个文件</a:t>
            </a:r>
            <a:endParaRPr lang="zh-CN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23"/>
            </p:custDataLst>
          </p:nvPr>
        </p:nvSpPr>
        <p:spPr>
          <a:xfrm>
            <a:off x="9440545" y="3766185"/>
            <a:ext cx="2369820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GameManager.gd</a:t>
            </a:r>
            <a:r>
              <a:rPr lang="zh-CN" altLang="en-US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1191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行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en-US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parallax_backdrop.gd</a:t>
            </a:r>
            <a:r>
              <a:rPr lang="zh-CN" altLang="en-US" sz="12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1075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</a:t>
            </a: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endParaRPr lang="zh-CN" altLang="en-US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9420225" y="3507740"/>
            <a:ext cx="8890" cy="1125220"/>
            <a:chOff x="14835" y="5524"/>
            <a:chExt cx="14" cy="1772"/>
          </a:xfrm>
        </p:grpSpPr>
        <p:sp>
          <p:nvSpPr>
            <p:cNvPr id="41" name="任意多边形 40"/>
            <p:cNvSpPr/>
            <p:nvPr>
              <p:custDataLst>
                <p:tags r:id="rId24"/>
              </p:custDataLst>
            </p:nvPr>
          </p:nvSpPr>
          <p:spPr>
            <a:xfrm>
              <a:off x="14835" y="5524"/>
              <a:ext cx="15" cy="1773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0 h 1772"/>
                <a:gd name="p0x1" fmla="*/ 15 w 15"/>
                <a:gd name="p0y1" fmla="*/ 0 h 1772"/>
                <a:gd name="p0x2" fmla="*/ 15 w 15"/>
                <a:gd name="p0y2" fmla="*/ 1772 h 1772"/>
                <a:gd name="p0x3" fmla="*/ 0 w 15"/>
                <a:gd name="p0y3" fmla="*/ 1772 h 1772"/>
                <a:gd name="p0x4" fmla="*/ 0 w 15"/>
                <a:gd name="p0y4" fmla="*/ 0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>
              <p:custDataLst>
                <p:tags r:id="rId25"/>
              </p:custDataLst>
            </p:nvPr>
          </p:nvSpPr>
          <p:spPr>
            <a:xfrm>
              <a:off x="14835" y="5524"/>
              <a:ext cx="15" cy="1773"/>
            </a:xfrm>
            <a:custGeom>
              <a:avLst/>
              <a:gdLst>
                <a:gd name="sw" fmla="*/ 1 w 15"/>
                <a:gd name="sh" fmla="*/ 1 h 1772"/>
                <a:gd name="mins" fmla="min sw sh"/>
                <a:gd name="dsw" fmla="+- 0 sw mins"/>
                <a:gd name="dsh" fmla="+- 0 sh mins"/>
                <a:gd name="p0x0" fmla="*/ 0 w 15"/>
                <a:gd name="p0y0" fmla="*/ 1772 h 1772"/>
                <a:gd name="p0x1" fmla="*/ 0 w 15"/>
                <a:gd name="p0y1" fmla="*/ 1771 h 1772"/>
                <a:gd name="p0x2" fmla="*/ 15 w 15"/>
                <a:gd name="p0y2" fmla="*/ 1771 h 1772"/>
                <a:gd name="p0x3" fmla="*/ 15 w 15"/>
                <a:gd name="p0y3" fmla="*/ 1772 h 1772"/>
                <a:gd name="p0x4" fmla="*/ 0 w 15"/>
                <a:gd name="p0y4" fmla="*/ 1772 h 1772"/>
                <a:gd name="p0x5" fmla="*/ 0 w 15"/>
                <a:gd name="p0y5" fmla="*/ 1756 h 1772"/>
                <a:gd name="p0x6" fmla="*/ 0 w 15"/>
                <a:gd name="p0y6" fmla="*/ 1726 h 1772"/>
                <a:gd name="p0x7" fmla="*/ 15 w 15"/>
                <a:gd name="p0y7" fmla="*/ 1726 h 1772"/>
                <a:gd name="p0x8" fmla="*/ 15 w 15"/>
                <a:gd name="p0y8" fmla="*/ 1756 h 1772"/>
                <a:gd name="p0x9" fmla="*/ 0 w 15"/>
                <a:gd name="p0y9" fmla="*/ 1756 h 1772"/>
                <a:gd name="p0x10" fmla="*/ 0 w 15"/>
                <a:gd name="p0y10" fmla="*/ 1711 h 1772"/>
                <a:gd name="p0x11" fmla="*/ 0 w 15"/>
                <a:gd name="p0y11" fmla="*/ 1681 h 1772"/>
                <a:gd name="p0x12" fmla="*/ 15 w 15"/>
                <a:gd name="p0y12" fmla="*/ 1681 h 1772"/>
                <a:gd name="p0x13" fmla="*/ 15 w 15"/>
                <a:gd name="p0y13" fmla="*/ 1711 h 1772"/>
                <a:gd name="p0x14" fmla="*/ 0 w 15"/>
                <a:gd name="p0y14" fmla="*/ 1711 h 1772"/>
                <a:gd name="p0x15" fmla="*/ 0 w 15"/>
                <a:gd name="p0y15" fmla="*/ 1666 h 1772"/>
                <a:gd name="p0x16" fmla="*/ 0 w 15"/>
                <a:gd name="p0y16" fmla="*/ 1636 h 1772"/>
                <a:gd name="p0x17" fmla="*/ 15 w 15"/>
                <a:gd name="p0y17" fmla="*/ 1636 h 1772"/>
                <a:gd name="p0x18" fmla="*/ 15 w 15"/>
                <a:gd name="p0y18" fmla="*/ 1666 h 1772"/>
                <a:gd name="p0x19" fmla="*/ 0 w 15"/>
                <a:gd name="p0y19" fmla="*/ 1666 h 1772"/>
                <a:gd name="p0x20" fmla="*/ 0 w 15"/>
                <a:gd name="p0y20" fmla="*/ 1621 h 1772"/>
                <a:gd name="p0x21" fmla="*/ 0 w 15"/>
                <a:gd name="p0y21" fmla="*/ 1591 h 1772"/>
                <a:gd name="p0x22" fmla="*/ 15 w 15"/>
                <a:gd name="p0y22" fmla="*/ 1591 h 1772"/>
                <a:gd name="p0x23" fmla="*/ 15 w 15"/>
                <a:gd name="p0y23" fmla="*/ 1621 h 1772"/>
                <a:gd name="p0x24" fmla="*/ 0 w 15"/>
                <a:gd name="p0y24" fmla="*/ 1621 h 1772"/>
                <a:gd name="p0x25" fmla="*/ 0 w 15"/>
                <a:gd name="p0y25" fmla="*/ 1576 h 1772"/>
                <a:gd name="p0x26" fmla="*/ 0 w 15"/>
                <a:gd name="p0y26" fmla="*/ 1546 h 1772"/>
                <a:gd name="p0x27" fmla="*/ 15 w 15"/>
                <a:gd name="p0y27" fmla="*/ 1546 h 1772"/>
                <a:gd name="p0x28" fmla="*/ 15 w 15"/>
                <a:gd name="p0y28" fmla="*/ 1576 h 1772"/>
                <a:gd name="p0x29" fmla="*/ 0 w 15"/>
                <a:gd name="p0y29" fmla="*/ 1576 h 1772"/>
                <a:gd name="p0x30" fmla="*/ 0 w 15"/>
                <a:gd name="p0y30" fmla="*/ 1531 h 1772"/>
                <a:gd name="p0x31" fmla="*/ 0 w 15"/>
                <a:gd name="p0y31" fmla="*/ 1501 h 1772"/>
                <a:gd name="p0x32" fmla="*/ 15 w 15"/>
                <a:gd name="p0y32" fmla="*/ 1501 h 1772"/>
                <a:gd name="p0x33" fmla="*/ 15 w 15"/>
                <a:gd name="p0y33" fmla="*/ 1531 h 1772"/>
                <a:gd name="p0x34" fmla="*/ 0 w 15"/>
                <a:gd name="p0y34" fmla="*/ 1531 h 1772"/>
                <a:gd name="p0x35" fmla="*/ 0 w 15"/>
                <a:gd name="p0y35" fmla="*/ 1486 h 1772"/>
                <a:gd name="p0x36" fmla="*/ 0 w 15"/>
                <a:gd name="p0y36" fmla="*/ 1456 h 1772"/>
                <a:gd name="p0x37" fmla="*/ 15 w 15"/>
                <a:gd name="p0y37" fmla="*/ 1456 h 1772"/>
                <a:gd name="p0x38" fmla="*/ 15 w 15"/>
                <a:gd name="p0y38" fmla="*/ 1486 h 1772"/>
                <a:gd name="p0x39" fmla="*/ 0 w 15"/>
                <a:gd name="p0y39" fmla="*/ 1486 h 1772"/>
                <a:gd name="p0x40" fmla="*/ 0 w 15"/>
                <a:gd name="p0y40" fmla="*/ 1441 h 1772"/>
                <a:gd name="p0x41" fmla="*/ 0 w 15"/>
                <a:gd name="p0y41" fmla="*/ 1411 h 1772"/>
                <a:gd name="p0x42" fmla="*/ 15 w 15"/>
                <a:gd name="p0y42" fmla="*/ 1411 h 1772"/>
                <a:gd name="p0x43" fmla="*/ 15 w 15"/>
                <a:gd name="p0y43" fmla="*/ 1441 h 1772"/>
                <a:gd name="p0x44" fmla="*/ 0 w 15"/>
                <a:gd name="p0y44" fmla="*/ 1441 h 1772"/>
                <a:gd name="p0x45" fmla="*/ 0 w 15"/>
                <a:gd name="p0y45" fmla="*/ 1396 h 1772"/>
                <a:gd name="p0x46" fmla="*/ 0 w 15"/>
                <a:gd name="p0y46" fmla="*/ 1366 h 1772"/>
                <a:gd name="p0x47" fmla="*/ 15 w 15"/>
                <a:gd name="p0y47" fmla="*/ 1366 h 1772"/>
                <a:gd name="p0x48" fmla="*/ 15 w 15"/>
                <a:gd name="p0y48" fmla="*/ 1396 h 1772"/>
                <a:gd name="p0x49" fmla="*/ 0 w 15"/>
                <a:gd name="p0y49" fmla="*/ 1396 h 1772"/>
                <a:gd name="p0x50" fmla="*/ 0 w 15"/>
                <a:gd name="p0y50" fmla="*/ 1351 h 1772"/>
                <a:gd name="p0x51" fmla="*/ 0 w 15"/>
                <a:gd name="p0y51" fmla="*/ 1321 h 1772"/>
                <a:gd name="p0x52" fmla="*/ 15 w 15"/>
                <a:gd name="p0y52" fmla="*/ 1321 h 1772"/>
                <a:gd name="p0x53" fmla="*/ 15 w 15"/>
                <a:gd name="p0y53" fmla="*/ 1351 h 1772"/>
                <a:gd name="p0x54" fmla="*/ 0 w 15"/>
                <a:gd name="p0y54" fmla="*/ 1351 h 1772"/>
                <a:gd name="p0x55" fmla="*/ 0 w 15"/>
                <a:gd name="p0y55" fmla="*/ 1306 h 1772"/>
                <a:gd name="p0x56" fmla="*/ 0 w 15"/>
                <a:gd name="p0y56" fmla="*/ 1276 h 1772"/>
                <a:gd name="p0x57" fmla="*/ 15 w 15"/>
                <a:gd name="p0y57" fmla="*/ 1276 h 1772"/>
                <a:gd name="p0x58" fmla="*/ 15 w 15"/>
                <a:gd name="p0y58" fmla="*/ 1306 h 1772"/>
                <a:gd name="p0x59" fmla="*/ 0 w 15"/>
                <a:gd name="p0y59" fmla="*/ 1306 h 1772"/>
                <a:gd name="p0x60" fmla="*/ 0 w 15"/>
                <a:gd name="p0y60" fmla="*/ 1261 h 1772"/>
                <a:gd name="p0x61" fmla="*/ 0 w 15"/>
                <a:gd name="p0y61" fmla="*/ 1231 h 1772"/>
                <a:gd name="p0x62" fmla="*/ 15 w 15"/>
                <a:gd name="p0y62" fmla="*/ 1231 h 1772"/>
                <a:gd name="p0x63" fmla="*/ 15 w 15"/>
                <a:gd name="p0y63" fmla="*/ 1261 h 1772"/>
                <a:gd name="p0x64" fmla="*/ 0 w 15"/>
                <a:gd name="p0y64" fmla="*/ 1261 h 1772"/>
                <a:gd name="p0x65" fmla="*/ 0 w 15"/>
                <a:gd name="p0y65" fmla="*/ 1216 h 1772"/>
                <a:gd name="p0x66" fmla="*/ 0 w 15"/>
                <a:gd name="p0y66" fmla="*/ 1186 h 1772"/>
                <a:gd name="p0x67" fmla="*/ 15 w 15"/>
                <a:gd name="p0y67" fmla="*/ 1186 h 1772"/>
                <a:gd name="p0x68" fmla="*/ 15 w 15"/>
                <a:gd name="p0y68" fmla="*/ 1216 h 1772"/>
                <a:gd name="p0x69" fmla="*/ 0 w 15"/>
                <a:gd name="p0y69" fmla="*/ 1216 h 1772"/>
                <a:gd name="p0x70" fmla="*/ 0 w 15"/>
                <a:gd name="p0y70" fmla="*/ 1171 h 1772"/>
                <a:gd name="p0x71" fmla="*/ 0 w 15"/>
                <a:gd name="p0y71" fmla="*/ 1141 h 1772"/>
                <a:gd name="p0x72" fmla="*/ 15 w 15"/>
                <a:gd name="p0y72" fmla="*/ 1141 h 1772"/>
                <a:gd name="p0x73" fmla="*/ 15 w 15"/>
                <a:gd name="p0y73" fmla="*/ 1171 h 1772"/>
                <a:gd name="p0x74" fmla="*/ 0 w 15"/>
                <a:gd name="p0y74" fmla="*/ 1171 h 1772"/>
                <a:gd name="p0x75" fmla="*/ 0 w 15"/>
                <a:gd name="p0y75" fmla="*/ 1126 h 1772"/>
                <a:gd name="p0x76" fmla="*/ 0 w 15"/>
                <a:gd name="p0y76" fmla="*/ 1096 h 1772"/>
                <a:gd name="p0x77" fmla="*/ 15 w 15"/>
                <a:gd name="p0y77" fmla="*/ 1096 h 1772"/>
                <a:gd name="p0x78" fmla="*/ 15 w 15"/>
                <a:gd name="p0y78" fmla="*/ 1126 h 1772"/>
                <a:gd name="p0x79" fmla="*/ 0 w 15"/>
                <a:gd name="p0y79" fmla="*/ 1126 h 1772"/>
                <a:gd name="p0x80" fmla="*/ 0 w 15"/>
                <a:gd name="p0y80" fmla="*/ 1081 h 1772"/>
                <a:gd name="p0x81" fmla="*/ 0 w 15"/>
                <a:gd name="p0y81" fmla="*/ 1051 h 1772"/>
                <a:gd name="p0x82" fmla="*/ 15 w 15"/>
                <a:gd name="p0y82" fmla="*/ 1051 h 1772"/>
                <a:gd name="p0x83" fmla="*/ 15 w 15"/>
                <a:gd name="p0y83" fmla="*/ 1081 h 1772"/>
                <a:gd name="p0x84" fmla="*/ 0 w 15"/>
                <a:gd name="p0y84" fmla="*/ 1081 h 1772"/>
                <a:gd name="p0x85" fmla="*/ 0 w 15"/>
                <a:gd name="p0y85" fmla="*/ 1036 h 1772"/>
                <a:gd name="p0x86" fmla="*/ 0 w 15"/>
                <a:gd name="p0y86" fmla="*/ 1006 h 1772"/>
                <a:gd name="p0x87" fmla="*/ 15 w 15"/>
                <a:gd name="p0y87" fmla="*/ 1006 h 1772"/>
                <a:gd name="p0x88" fmla="*/ 15 w 15"/>
                <a:gd name="p0y88" fmla="*/ 1036 h 1772"/>
                <a:gd name="p0x89" fmla="*/ 0 w 15"/>
                <a:gd name="p0y89" fmla="*/ 1036 h 1772"/>
                <a:gd name="p0x90" fmla="*/ 0 w 15"/>
                <a:gd name="p0y90" fmla="*/ 991 h 1772"/>
                <a:gd name="p0x91" fmla="*/ 0 w 15"/>
                <a:gd name="p0y91" fmla="*/ 961 h 1772"/>
                <a:gd name="p0x92" fmla="*/ 15 w 15"/>
                <a:gd name="p0y92" fmla="*/ 961 h 1772"/>
                <a:gd name="p0x93" fmla="*/ 15 w 15"/>
                <a:gd name="p0y93" fmla="*/ 991 h 1772"/>
                <a:gd name="p0x94" fmla="*/ 0 w 15"/>
                <a:gd name="p0y94" fmla="*/ 991 h 1772"/>
                <a:gd name="p0x95" fmla="*/ 0 w 15"/>
                <a:gd name="p0y95" fmla="*/ 946 h 1772"/>
                <a:gd name="p0x96" fmla="*/ 0 w 15"/>
                <a:gd name="p0y96" fmla="*/ 916 h 1772"/>
                <a:gd name="p0x97" fmla="*/ 15 w 15"/>
                <a:gd name="p0y97" fmla="*/ 916 h 1772"/>
                <a:gd name="p0x98" fmla="*/ 15 w 15"/>
                <a:gd name="p0y98" fmla="*/ 946 h 1772"/>
                <a:gd name="p0x99" fmla="*/ 0 w 15"/>
                <a:gd name="p0y99" fmla="*/ 946 h 1772"/>
                <a:gd name="p0x100" fmla="*/ 0 w 15"/>
                <a:gd name="p0y100" fmla="*/ 901 h 1772"/>
                <a:gd name="p0x101" fmla="*/ 0 w 15"/>
                <a:gd name="p0y101" fmla="*/ 871 h 1772"/>
                <a:gd name="p0x102" fmla="*/ 15 w 15"/>
                <a:gd name="p0y102" fmla="*/ 871 h 1772"/>
                <a:gd name="p0x103" fmla="*/ 15 w 15"/>
                <a:gd name="p0y103" fmla="*/ 901 h 1772"/>
                <a:gd name="p0x104" fmla="*/ 0 w 15"/>
                <a:gd name="p0y104" fmla="*/ 901 h 1772"/>
                <a:gd name="p0x105" fmla="*/ 0 w 15"/>
                <a:gd name="p0y105" fmla="*/ 856 h 1772"/>
                <a:gd name="p0x106" fmla="*/ 0 w 15"/>
                <a:gd name="p0y106" fmla="*/ 826 h 1772"/>
                <a:gd name="p0x107" fmla="*/ 15 w 15"/>
                <a:gd name="p0y107" fmla="*/ 826 h 1772"/>
                <a:gd name="p0x108" fmla="*/ 15 w 15"/>
                <a:gd name="p0y108" fmla="*/ 856 h 1772"/>
                <a:gd name="p0x109" fmla="*/ 0 w 15"/>
                <a:gd name="p0y109" fmla="*/ 856 h 1772"/>
                <a:gd name="p0x110" fmla="*/ 0 w 15"/>
                <a:gd name="p0y110" fmla="*/ 811 h 1772"/>
                <a:gd name="p0x111" fmla="*/ 0 w 15"/>
                <a:gd name="p0y111" fmla="*/ 781 h 1772"/>
                <a:gd name="p0x112" fmla="*/ 15 w 15"/>
                <a:gd name="p0y112" fmla="*/ 781 h 1772"/>
                <a:gd name="p0x113" fmla="*/ 15 w 15"/>
                <a:gd name="p0y113" fmla="*/ 811 h 1772"/>
                <a:gd name="p0x114" fmla="*/ 0 w 15"/>
                <a:gd name="p0y114" fmla="*/ 811 h 1772"/>
                <a:gd name="p0x115" fmla="*/ 0 w 15"/>
                <a:gd name="p0y115" fmla="*/ 766 h 1772"/>
                <a:gd name="p0x116" fmla="*/ 0 w 15"/>
                <a:gd name="p0y116" fmla="*/ 736 h 1772"/>
                <a:gd name="p0x117" fmla="*/ 15 w 15"/>
                <a:gd name="p0y117" fmla="*/ 736 h 1772"/>
                <a:gd name="p0x118" fmla="*/ 15 w 15"/>
                <a:gd name="p0y118" fmla="*/ 766 h 1772"/>
                <a:gd name="p0x119" fmla="*/ 0 w 15"/>
                <a:gd name="p0y119" fmla="*/ 766 h 1772"/>
                <a:gd name="p0x120" fmla="*/ 0 w 15"/>
                <a:gd name="p0y120" fmla="*/ 721 h 1772"/>
                <a:gd name="p0x121" fmla="*/ 0 w 15"/>
                <a:gd name="p0y121" fmla="*/ 691 h 1772"/>
                <a:gd name="p0x122" fmla="*/ 15 w 15"/>
                <a:gd name="p0y122" fmla="*/ 691 h 1772"/>
                <a:gd name="p0x123" fmla="*/ 15 w 15"/>
                <a:gd name="p0y123" fmla="*/ 721 h 1772"/>
                <a:gd name="p0x124" fmla="*/ 0 w 15"/>
                <a:gd name="p0y124" fmla="*/ 721 h 1772"/>
                <a:gd name="p0x125" fmla="*/ 0 w 15"/>
                <a:gd name="p0y125" fmla="*/ 676 h 1772"/>
                <a:gd name="p0x126" fmla="*/ 0 w 15"/>
                <a:gd name="p0y126" fmla="*/ 646 h 1772"/>
                <a:gd name="p0x127" fmla="*/ 15 w 15"/>
                <a:gd name="p0y127" fmla="*/ 646 h 1772"/>
                <a:gd name="p0x128" fmla="*/ 15 w 15"/>
                <a:gd name="p0y128" fmla="*/ 676 h 1772"/>
                <a:gd name="p0x129" fmla="*/ 0 w 15"/>
                <a:gd name="p0y129" fmla="*/ 676 h 1772"/>
                <a:gd name="p0x130" fmla="*/ 0 w 15"/>
                <a:gd name="p0y130" fmla="*/ 631 h 1772"/>
                <a:gd name="p0x131" fmla="*/ 0 w 15"/>
                <a:gd name="p0y131" fmla="*/ 601 h 1772"/>
                <a:gd name="p0x132" fmla="*/ 15 w 15"/>
                <a:gd name="p0y132" fmla="*/ 601 h 1772"/>
                <a:gd name="p0x133" fmla="*/ 15 w 15"/>
                <a:gd name="p0y133" fmla="*/ 631 h 1772"/>
                <a:gd name="p0x134" fmla="*/ 0 w 15"/>
                <a:gd name="p0y134" fmla="*/ 631 h 1772"/>
                <a:gd name="p0x135" fmla="*/ 0 w 15"/>
                <a:gd name="p0y135" fmla="*/ 586 h 1772"/>
                <a:gd name="p0x136" fmla="*/ 0 w 15"/>
                <a:gd name="p0y136" fmla="*/ 556 h 1772"/>
                <a:gd name="p0x137" fmla="*/ 15 w 15"/>
                <a:gd name="p0y137" fmla="*/ 556 h 1772"/>
                <a:gd name="p0x138" fmla="*/ 15 w 15"/>
                <a:gd name="p0y138" fmla="*/ 586 h 1772"/>
                <a:gd name="p0x139" fmla="*/ 0 w 15"/>
                <a:gd name="p0y139" fmla="*/ 586 h 1772"/>
                <a:gd name="p0x140" fmla="*/ 0 w 15"/>
                <a:gd name="p0y140" fmla="*/ 541 h 1772"/>
                <a:gd name="p0x141" fmla="*/ 0 w 15"/>
                <a:gd name="p0y141" fmla="*/ 511 h 1772"/>
                <a:gd name="p0x142" fmla="*/ 15 w 15"/>
                <a:gd name="p0y142" fmla="*/ 511 h 1772"/>
                <a:gd name="p0x143" fmla="*/ 15 w 15"/>
                <a:gd name="p0y143" fmla="*/ 541 h 1772"/>
                <a:gd name="p0x144" fmla="*/ 0 w 15"/>
                <a:gd name="p0y144" fmla="*/ 541 h 1772"/>
                <a:gd name="p0x145" fmla="*/ 0 w 15"/>
                <a:gd name="p0y145" fmla="*/ 496 h 1772"/>
                <a:gd name="p0x146" fmla="*/ 0 w 15"/>
                <a:gd name="p0y146" fmla="*/ 466 h 1772"/>
                <a:gd name="p0x147" fmla="*/ 15 w 15"/>
                <a:gd name="p0y147" fmla="*/ 466 h 1772"/>
                <a:gd name="p0x148" fmla="*/ 15 w 15"/>
                <a:gd name="p0y148" fmla="*/ 496 h 1772"/>
                <a:gd name="p0x149" fmla="*/ 0 w 15"/>
                <a:gd name="p0y149" fmla="*/ 496 h 1772"/>
                <a:gd name="p0x150" fmla="*/ 0 w 15"/>
                <a:gd name="p0y150" fmla="*/ 451 h 1772"/>
                <a:gd name="p0x151" fmla="*/ 0 w 15"/>
                <a:gd name="p0y151" fmla="*/ 421 h 1772"/>
                <a:gd name="p0x152" fmla="*/ 15 w 15"/>
                <a:gd name="p0y152" fmla="*/ 421 h 1772"/>
                <a:gd name="p0x153" fmla="*/ 15 w 15"/>
                <a:gd name="p0y153" fmla="*/ 451 h 1772"/>
                <a:gd name="p0x154" fmla="*/ 0 w 15"/>
                <a:gd name="p0y154" fmla="*/ 451 h 1772"/>
                <a:gd name="p0x155" fmla="*/ 0 w 15"/>
                <a:gd name="p0y155" fmla="*/ 406 h 1772"/>
                <a:gd name="p0x156" fmla="*/ 0 w 15"/>
                <a:gd name="p0y156" fmla="*/ 376 h 1772"/>
                <a:gd name="p0x157" fmla="*/ 15 w 15"/>
                <a:gd name="p0y157" fmla="*/ 376 h 1772"/>
                <a:gd name="p0x158" fmla="*/ 15 w 15"/>
                <a:gd name="p0y158" fmla="*/ 406 h 1772"/>
                <a:gd name="p0x159" fmla="*/ 0 w 15"/>
                <a:gd name="p0y159" fmla="*/ 406 h 1772"/>
                <a:gd name="p0x160" fmla="*/ 0 w 15"/>
                <a:gd name="p0y160" fmla="*/ 361 h 1772"/>
                <a:gd name="p0x161" fmla="*/ 0 w 15"/>
                <a:gd name="p0y161" fmla="*/ 331 h 1772"/>
                <a:gd name="p0x162" fmla="*/ 15 w 15"/>
                <a:gd name="p0y162" fmla="*/ 331 h 1772"/>
                <a:gd name="p0x163" fmla="*/ 15 w 15"/>
                <a:gd name="p0y163" fmla="*/ 361 h 1772"/>
                <a:gd name="p0x164" fmla="*/ 0 w 15"/>
                <a:gd name="p0y164" fmla="*/ 361 h 1772"/>
                <a:gd name="p0x165" fmla="*/ 0 w 15"/>
                <a:gd name="p0y165" fmla="*/ 316 h 1772"/>
                <a:gd name="p0x166" fmla="*/ 0 w 15"/>
                <a:gd name="p0y166" fmla="*/ 286 h 1772"/>
                <a:gd name="p0x167" fmla="*/ 15 w 15"/>
                <a:gd name="p0y167" fmla="*/ 286 h 1772"/>
                <a:gd name="p0x168" fmla="*/ 15 w 15"/>
                <a:gd name="p0y168" fmla="*/ 316 h 1772"/>
                <a:gd name="p0x169" fmla="*/ 0 w 15"/>
                <a:gd name="p0y169" fmla="*/ 316 h 1772"/>
                <a:gd name="p0x170" fmla="*/ 0 w 15"/>
                <a:gd name="p0y170" fmla="*/ 271 h 1772"/>
                <a:gd name="p0x171" fmla="*/ 0 w 15"/>
                <a:gd name="p0y171" fmla="*/ 241 h 1772"/>
                <a:gd name="p0x172" fmla="*/ 15 w 15"/>
                <a:gd name="p0y172" fmla="*/ 241 h 1772"/>
                <a:gd name="p0x173" fmla="*/ 15 w 15"/>
                <a:gd name="p0y173" fmla="*/ 271 h 1772"/>
                <a:gd name="p0x174" fmla="*/ 0 w 15"/>
                <a:gd name="p0y174" fmla="*/ 271 h 1772"/>
                <a:gd name="p0x175" fmla="*/ 0 w 15"/>
                <a:gd name="p0y175" fmla="*/ 226 h 1772"/>
                <a:gd name="p0x176" fmla="*/ 0 w 15"/>
                <a:gd name="p0y176" fmla="*/ 196 h 1772"/>
                <a:gd name="p0x177" fmla="*/ 15 w 15"/>
                <a:gd name="p0y177" fmla="*/ 196 h 1772"/>
                <a:gd name="p0x178" fmla="*/ 15 w 15"/>
                <a:gd name="p0y178" fmla="*/ 226 h 1772"/>
                <a:gd name="p0x179" fmla="*/ 0 w 15"/>
                <a:gd name="p0y179" fmla="*/ 226 h 1772"/>
                <a:gd name="p0x180" fmla="*/ 0 w 15"/>
                <a:gd name="p0y180" fmla="*/ 181 h 1772"/>
                <a:gd name="p0x181" fmla="*/ 0 w 15"/>
                <a:gd name="p0y181" fmla="*/ 151 h 1772"/>
                <a:gd name="p0x182" fmla="*/ 15 w 15"/>
                <a:gd name="p0y182" fmla="*/ 151 h 1772"/>
                <a:gd name="p0x183" fmla="*/ 15 w 15"/>
                <a:gd name="p0y183" fmla="*/ 181 h 1772"/>
                <a:gd name="p0x184" fmla="*/ 0 w 15"/>
                <a:gd name="p0y184" fmla="*/ 181 h 1772"/>
                <a:gd name="p0x185" fmla="*/ 0 w 15"/>
                <a:gd name="p0y185" fmla="*/ 136 h 1772"/>
                <a:gd name="p0x186" fmla="*/ 0 w 15"/>
                <a:gd name="p0y186" fmla="*/ 106 h 1772"/>
                <a:gd name="p0x187" fmla="*/ 15 w 15"/>
                <a:gd name="p0y187" fmla="*/ 106 h 1772"/>
                <a:gd name="p0x188" fmla="*/ 15 w 15"/>
                <a:gd name="p0y188" fmla="*/ 136 h 1772"/>
                <a:gd name="p0x189" fmla="*/ 0 w 15"/>
                <a:gd name="p0y189" fmla="*/ 136 h 1772"/>
                <a:gd name="p0x190" fmla="*/ 0 w 15"/>
                <a:gd name="p0y190" fmla="*/ 91 h 1772"/>
                <a:gd name="p0x191" fmla="*/ 0 w 15"/>
                <a:gd name="p0y191" fmla="*/ 61 h 1772"/>
                <a:gd name="p0x192" fmla="*/ 15 w 15"/>
                <a:gd name="p0y192" fmla="*/ 61 h 1772"/>
                <a:gd name="p0x193" fmla="*/ 15 w 15"/>
                <a:gd name="p0y193" fmla="*/ 91 h 1772"/>
                <a:gd name="p0x194" fmla="*/ 0 w 15"/>
                <a:gd name="p0y194" fmla="*/ 91 h 1772"/>
                <a:gd name="p0x195" fmla="*/ 0 w 15"/>
                <a:gd name="p0y195" fmla="*/ 46 h 1772"/>
                <a:gd name="p0x196" fmla="*/ 0 w 15"/>
                <a:gd name="p0y196" fmla="*/ 16 h 1772"/>
                <a:gd name="p0x197" fmla="*/ 15 w 15"/>
                <a:gd name="p0y197" fmla="*/ 16 h 1772"/>
                <a:gd name="p0x198" fmla="*/ 15 w 15"/>
                <a:gd name="p0y198" fmla="*/ 46 h 1772"/>
                <a:gd name="p0x199" fmla="*/ 0 w 15"/>
                <a:gd name="p0y199" fmla="*/ 46 h 1772"/>
                <a:gd name="p0x200" fmla="*/ 0 w 15"/>
                <a:gd name="p0y200" fmla="*/ 1 h 1772"/>
                <a:gd name="p0x201" fmla="*/ 0 w 15"/>
                <a:gd name="p0y201" fmla="*/ 0 h 1772"/>
                <a:gd name="p0x202" fmla="*/ 15 w 15"/>
                <a:gd name="p0y202" fmla="*/ 0 h 1772"/>
                <a:gd name="p0x203" fmla="*/ 15 w 15"/>
                <a:gd name="p0y203" fmla="*/ 1 h 1772"/>
                <a:gd name="p0x204" fmla="*/ 0 w 15"/>
                <a:gd name="p0y204" fmla="*/ 1 h 177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</a:path>
              </a:pathLst>
            </a:custGeom>
            <a:solidFill>
              <a:srgbClr val="FFFFFF">
                <a:alpha val="1411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7" name="任意多边形 46"/>
          <p:cNvSpPr/>
          <p:nvPr>
            <p:custDataLst>
              <p:tags r:id="rId26"/>
            </p:custDataLst>
          </p:nvPr>
        </p:nvSpPr>
        <p:spPr>
          <a:xfrm>
            <a:off x="9363075" y="292290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1905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5588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30257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美术设计</a:t>
            </a:r>
            <a:r>
              <a:rPr lang="en-US" altLang="zh-CN"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中华美学与西式结合</a:t>
            </a:r>
            <a:endParaRPr lang="zh-CN" altLang="en-US" sz="30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5759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6" name="组合 115"/>
          <p:cNvGrpSpPr/>
          <p:nvPr/>
        </p:nvGrpSpPr>
        <p:grpSpPr>
          <a:xfrm>
            <a:off x="771525" y="1333500"/>
            <a:ext cx="3117850" cy="704850"/>
            <a:chOff x="1215" y="3663"/>
            <a:chExt cx="4910" cy="1110"/>
          </a:xfrm>
        </p:grpSpPr>
        <p:sp>
          <p:nvSpPr>
            <p:cNvPr id="15" name="任意多边形 14"/>
            <p:cNvSpPr/>
            <p:nvPr>
              <p:custDataLst>
                <p:tags r:id="rId5"/>
              </p:custDataLst>
            </p:nvPr>
          </p:nvSpPr>
          <p:spPr>
            <a:xfrm>
              <a:off x="1215" y="3663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>
              <p:custDataLst>
                <p:tags r:id="rId6"/>
              </p:custDataLst>
            </p:nvPr>
          </p:nvSpPr>
          <p:spPr>
            <a:xfrm>
              <a:off x="1252" y="3663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7"/>
              </p:custDataLst>
            </p:nvPr>
          </p:nvSpPr>
          <p:spPr>
            <a:xfrm>
              <a:off x="6096" y="3681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8"/>
              </p:custDataLst>
            </p:nvPr>
          </p:nvSpPr>
          <p:spPr>
            <a:xfrm>
              <a:off x="1252" y="4745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9"/>
              </p:custDataLst>
            </p:nvPr>
          </p:nvSpPr>
          <p:spPr>
            <a:xfrm>
              <a:off x="1215" y="3668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895350" y="1344771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Player</a:t>
            </a:r>
            <a:endParaRPr lang="en-US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914400" y="1642745"/>
            <a:ext cx="2368550" cy="345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纹样选用中华忍冬纹</a:t>
            </a:r>
            <a:endParaRPr lang="zh-CN" altLang="en-US"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771525" y="3547745"/>
            <a:ext cx="3117850" cy="704850"/>
            <a:chOff x="1215" y="5587"/>
            <a:chExt cx="4910" cy="1110"/>
          </a:xfrm>
        </p:grpSpPr>
        <p:sp>
          <p:nvSpPr>
            <p:cNvPr id="23" name="任意多边形 22"/>
            <p:cNvSpPr/>
            <p:nvPr>
              <p:custDataLst>
                <p:tags r:id="rId12"/>
              </p:custDataLst>
            </p:nvPr>
          </p:nvSpPr>
          <p:spPr>
            <a:xfrm>
              <a:off x="1215" y="5587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13"/>
              </p:custDataLst>
            </p:nvPr>
          </p:nvSpPr>
          <p:spPr>
            <a:xfrm>
              <a:off x="1252" y="5587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>
              <p:custDataLst>
                <p:tags r:id="rId14"/>
              </p:custDataLst>
            </p:nvPr>
          </p:nvSpPr>
          <p:spPr>
            <a:xfrm>
              <a:off x="6096" y="5605"/>
              <a:ext cx="29" cy="1074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15"/>
              </p:custDataLst>
            </p:nvPr>
          </p:nvSpPr>
          <p:spPr>
            <a:xfrm>
              <a:off x="1252" y="6669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16"/>
              </p:custDataLst>
            </p:nvPr>
          </p:nvSpPr>
          <p:spPr>
            <a:xfrm>
              <a:off x="1215" y="5592"/>
              <a:ext cx="54" cy="1100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>
            <p:custDataLst>
              <p:tags r:id="rId17"/>
            </p:custDataLst>
          </p:nvPr>
        </p:nvSpPr>
        <p:spPr>
          <a:xfrm>
            <a:off x="914400" y="3580447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Lightorb</a:t>
            </a:r>
            <a:endParaRPr lang="en-US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8"/>
            </p:custDataLst>
          </p:nvPr>
        </p:nvSpPr>
        <p:spPr>
          <a:xfrm>
            <a:off x="914400" y="3886200"/>
            <a:ext cx="1632642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选用中华荷莲纹</a:t>
            </a:r>
            <a:endParaRPr lang="zh-CN" altLang="en-US"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760730" y="4615815"/>
            <a:ext cx="3117850" cy="704850"/>
            <a:chOff x="1215" y="7511"/>
            <a:chExt cx="4910" cy="1110"/>
          </a:xfrm>
        </p:grpSpPr>
        <p:sp>
          <p:nvSpPr>
            <p:cNvPr id="31" name="任意多边形 30"/>
            <p:cNvSpPr/>
            <p:nvPr>
              <p:custDataLst>
                <p:tags r:id="rId19"/>
              </p:custDataLst>
            </p:nvPr>
          </p:nvSpPr>
          <p:spPr>
            <a:xfrm>
              <a:off x="1215" y="7511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>
              <p:custDataLst>
                <p:tags r:id="rId20"/>
              </p:custDataLst>
            </p:nvPr>
          </p:nvSpPr>
          <p:spPr>
            <a:xfrm>
              <a:off x="1252" y="7511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>
              <p:custDataLst>
                <p:tags r:id="rId21"/>
              </p:custDataLst>
            </p:nvPr>
          </p:nvSpPr>
          <p:spPr>
            <a:xfrm>
              <a:off x="6096" y="7528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>
              <p:custDataLst>
                <p:tags r:id="rId22"/>
              </p:custDataLst>
            </p:nvPr>
          </p:nvSpPr>
          <p:spPr>
            <a:xfrm>
              <a:off x="1252" y="8593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>
              <p:custDataLst>
                <p:tags r:id="rId23"/>
              </p:custDataLst>
            </p:nvPr>
          </p:nvSpPr>
          <p:spPr>
            <a:xfrm>
              <a:off x="1215" y="7515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7" name="文本框 36"/>
          <p:cNvSpPr txBox="1"/>
          <p:nvPr>
            <p:custDataLst>
              <p:tags r:id="rId24"/>
            </p:custDataLst>
          </p:nvPr>
        </p:nvSpPr>
        <p:spPr>
          <a:xfrm>
            <a:off x="914400" y="4695349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BaseEnemy</a:t>
            </a:r>
            <a:endParaRPr lang="en-US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25"/>
            </p:custDataLst>
          </p:nvPr>
        </p:nvSpPr>
        <p:spPr>
          <a:xfrm>
            <a:off x="914400" y="4970621"/>
            <a:ext cx="152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选用中华祥云纹</a:t>
            </a:r>
            <a:endParaRPr lang="zh-CN" altLang="en-US"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9" name="组合 118"/>
          <p:cNvGrpSpPr/>
          <p:nvPr/>
        </p:nvGrpSpPr>
        <p:grpSpPr>
          <a:xfrm>
            <a:off x="4537075" y="1304925"/>
            <a:ext cx="3117850" cy="466090"/>
            <a:chOff x="7145" y="2055"/>
            <a:chExt cx="4910" cy="734"/>
          </a:xfrm>
        </p:grpSpPr>
        <p:sp>
          <p:nvSpPr>
            <p:cNvPr id="46" name="任意多边形 45"/>
            <p:cNvSpPr/>
            <p:nvPr>
              <p:custDataLst>
                <p:tags r:id="rId26"/>
              </p:custDataLst>
            </p:nvPr>
          </p:nvSpPr>
          <p:spPr>
            <a:xfrm>
              <a:off x="7145" y="2055"/>
              <a:ext cx="4910" cy="735"/>
            </a:xfrm>
            <a:custGeom>
              <a:avLst/>
              <a:gdLst>
                <a:gd name="sw" fmla="*/ 1 w 4910"/>
                <a:gd name="sh" fmla="*/ 1 h 735"/>
                <a:gd name="mins" fmla="min sw sh"/>
                <a:gd name="dsw" fmla="+- 0 sw mins"/>
                <a:gd name="dsh" fmla="+- 0 sh mins"/>
                <a:gd name="p0x0" fmla="*/ 0 w 4910"/>
                <a:gd name="p0y0" fmla="*/ 0 h 735"/>
                <a:gd name="p0x1" fmla="*/ 4910 w 4910"/>
                <a:gd name="p0y1" fmla="*/ 0 h 735"/>
                <a:gd name="p0x2" fmla="*/ 4910 w 4910"/>
                <a:gd name="p0y2" fmla="*/ 735 h 735"/>
                <a:gd name="p0x3" fmla="*/ 0 w 4910"/>
                <a:gd name="p0y3" fmla="*/ 735 h 735"/>
                <a:gd name="p0x4" fmla="*/ 0 w 49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>
              <p:custDataLst>
                <p:tags r:id="rId27"/>
              </p:custDataLst>
            </p:nvPr>
          </p:nvSpPr>
          <p:spPr>
            <a:xfrm>
              <a:off x="7145" y="2775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4910 w 4910"/>
                <a:gd name="p0y0" fmla="*/ 15 h 15"/>
                <a:gd name="p0x1" fmla="*/ 0 w 4910"/>
                <a:gd name="p0y1" fmla="*/ 15 h 15"/>
                <a:gd name="p0x2" fmla="*/ 0 w 4910"/>
                <a:gd name="p0y2" fmla="*/ 0 h 15"/>
                <a:gd name="p0x3" fmla="*/ 4910 w 4910"/>
                <a:gd name="p0y3" fmla="*/ 0 h 15"/>
                <a:gd name="p0x4" fmla="*/ 4910 w 49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779780" y="5709285"/>
            <a:ext cx="3098165" cy="842010"/>
            <a:chOff x="7145" y="3423"/>
            <a:chExt cx="4910" cy="1560"/>
          </a:xfrm>
        </p:grpSpPr>
        <p:sp>
          <p:nvSpPr>
            <p:cNvPr id="55" name="任意多边形 54"/>
            <p:cNvSpPr/>
            <p:nvPr>
              <p:custDataLst>
                <p:tags r:id="rId28"/>
              </p:custDataLst>
            </p:nvPr>
          </p:nvSpPr>
          <p:spPr>
            <a:xfrm>
              <a:off x="7145" y="3423"/>
              <a:ext cx="4910" cy="1560"/>
            </a:xfrm>
            <a:custGeom>
              <a:avLst/>
              <a:gdLst>
                <a:gd name="sw" fmla="*/ 1 w 4910"/>
                <a:gd name="sh" fmla="*/ 1 h 1560"/>
                <a:gd name="mins" fmla="min sw sh"/>
                <a:gd name="dsw" fmla="+- 0 sw mins"/>
                <a:gd name="dsh" fmla="+- 0 sh mins"/>
                <a:gd name="p0x0" fmla="*/ 60 w 4910"/>
                <a:gd name="p0y0" fmla="*/ 0 h 1560"/>
                <a:gd name="p0x1" fmla="*/ 4850 w 4910"/>
                <a:gd name="p0y1" fmla="*/ 0 h 1560"/>
                <a:gd name="p0x2" fmla="*/ 4883 w 4910"/>
                <a:gd name="p0y2" fmla="*/ 0 h 1560"/>
                <a:gd name="p0x3" fmla="*/ 4910 w 4910"/>
                <a:gd name="p0y3" fmla="*/ 26 h 1560"/>
                <a:gd name="p0x4" fmla="*/ 4910 w 4910"/>
                <a:gd name="p0y4" fmla="*/ 60 h 1560"/>
                <a:gd name="p0x5" fmla="*/ 4910 w 4910"/>
                <a:gd name="p0y5" fmla="*/ 1500 h 1560"/>
                <a:gd name="p0x6" fmla="*/ 4910 w 4910"/>
                <a:gd name="p0y6" fmla="*/ 1533 h 1560"/>
                <a:gd name="p0x7" fmla="*/ 4883 w 4910"/>
                <a:gd name="p0y7" fmla="*/ 1560 h 1560"/>
                <a:gd name="p0x8" fmla="*/ 4850 w 4910"/>
                <a:gd name="p0y8" fmla="*/ 1560 h 1560"/>
                <a:gd name="p0x9" fmla="*/ 60 w 4910"/>
                <a:gd name="p0y9" fmla="*/ 1560 h 1560"/>
                <a:gd name="p0x10" fmla="*/ 26 w 4910"/>
                <a:gd name="p0y10" fmla="*/ 1560 h 1560"/>
                <a:gd name="p0x11" fmla="*/ 0 w 4910"/>
                <a:gd name="p0y11" fmla="*/ 1533 h 1560"/>
                <a:gd name="p0x12" fmla="*/ 0 w 4910"/>
                <a:gd name="p0y12" fmla="*/ 1500 h 1560"/>
                <a:gd name="p0x13" fmla="*/ 0 w 4910"/>
                <a:gd name="p0y13" fmla="*/ 60 h 1560"/>
                <a:gd name="p0x14" fmla="*/ 0 w 4910"/>
                <a:gd name="p0y14" fmla="*/ 26 h 1560"/>
                <a:gd name="p0x15" fmla="*/ 26 w 4910"/>
                <a:gd name="p0y15" fmla="*/ 0 h 1560"/>
                <a:gd name="p0x16" fmla="*/ 60 w 4910"/>
                <a:gd name="p0y16" fmla="*/ 0 h 15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>
              <p:custDataLst>
                <p:tags r:id="rId29"/>
              </p:custDataLst>
            </p:nvPr>
          </p:nvSpPr>
          <p:spPr>
            <a:xfrm>
              <a:off x="7182" y="3423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>
              <p:custDataLst>
                <p:tags r:id="rId30"/>
              </p:custDataLst>
            </p:nvPr>
          </p:nvSpPr>
          <p:spPr>
            <a:xfrm>
              <a:off x="12026" y="3441"/>
              <a:ext cx="29" cy="1525"/>
            </a:xfrm>
            <a:custGeom>
              <a:avLst/>
              <a:gdLst>
                <a:gd name="sw" fmla="*/ 1 w 28"/>
                <a:gd name="sh" fmla="*/ 1 h 1524"/>
                <a:gd name="mins" fmla="min sw sh"/>
                <a:gd name="dsw" fmla="+- 0 sw mins"/>
                <a:gd name="dsh" fmla="+- 0 sh mins"/>
                <a:gd name="p0x0" fmla="*/ 28 w 28"/>
                <a:gd name="p0y0" fmla="*/ 42 h 1524"/>
                <a:gd name="p0x1" fmla="*/ 28 w 28"/>
                <a:gd name="p0y1" fmla="*/ 1482 h 1524"/>
                <a:gd name="p0x2" fmla="*/ 28 w 28"/>
                <a:gd name="p0y2" fmla="*/ 1498 h 1524"/>
                <a:gd name="p0x3" fmla="*/ 21 w 28"/>
                <a:gd name="p0y3" fmla="*/ 1513 h 1524"/>
                <a:gd name="p0x4" fmla="*/ 10 w 28"/>
                <a:gd name="p0y4" fmla="*/ 1524 h 1524"/>
                <a:gd name="p0x5" fmla="*/ 0 w 28"/>
                <a:gd name="p0y5" fmla="*/ 1514 h 1524"/>
                <a:gd name="p0x6" fmla="*/ 8 w 28"/>
                <a:gd name="p0y6" fmla="*/ 1506 h 1524"/>
                <a:gd name="p0x7" fmla="*/ 13 w 28"/>
                <a:gd name="p0y7" fmla="*/ 1494 h 1524"/>
                <a:gd name="p0x8" fmla="*/ 13 w 28"/>
                <a:gd name="p0y8" fmla="*/ 1482 h 1524"/>
                <a:gd name="p0x9" fmla="*/ 13 w 28"/>
                <a:gd name="p0y9" fmla="*/ 42 h 1524"/>
                <a:gd name="p0x10" fmla="*/ 13 w 28"/>
                <a:gd name="p0y10" fmla="*/ 30 h 1524"/>
                <a:gd name="p0x11" fmla="*/ 8 w 28"/>
                <a:gd name="p0y11" fmla="*/ 18 h 1524"/>
                <a:gd name="p0x12" fmla="*/ 0 w 28"/>
                <a:gd name="p0y12" fmla="*/ 10 h 1524"/>
                <a:gd name="p0x13" fmla="*/ 10 w 28"/>
                <a:gd name="p0y13" fmla="*/ 0 h 1524"/>
                <a:gd name="p0x14" fmla="*/ 21 w 28"/>
                <a:gd name="p0y14" fmla="*/ 10 h 1524"/>
                <a:gd name="p0x15" fmla="*/ 28 w 28"/>
                <a:gd name="p0y15" fmla="*/ 25 h 1524"/>
                <a:gd name="p0x16" fmla="*/ 28 w 28"/>
                <a:gd name="p0y16" fmla="*/ 42 h 152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>
              <p:custDataLst>
                <p:tags r:id="rId31"/>
              </p:custDataLst>
            </p:nvPr>
          </p:nvSpPr>
          <p:spPr>
            <a:xfrm>
              <a:off x="7182" y="4955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>
              <p:custDataLst>
                <p:tags r:id="rId32"/>
              </p:custDataLst>
            </p:nvPr>
          </p:nvSpPr>
          <p:spPr>
            <a:xfrm>
              <a:off x="7145" y="3428"/>
              <a:ext cx="54" cy="1551"/>
            </a:xfrm>
            <a:custGeom>
              <a:avLst/>
              <a:gdLst>
                <a:gd name="sw" fmla="*/ 1 w 54"/>
                <a:gd name="sh" fmla="*/ 1 h 1550"/>
                <a:gd name="mins" fmla="min sw sh"/>
                <a:gd name="dsw" fmla="+- 0 sw mins"/>
                <a:gd name="dsh" fmla="+- 0 sh mins"/>
                <a:gd name="p0x0" fmla="*/ 0 w 54"/>
                <a:gd name="p0y0" fmla="*/ 1495 h 1550"/>
                <a:gd name="p0x1" fmla="*/ 0 w 54"/>
                <a:gd name="p0y1" fmla="*/ 55 h 1550"/>
                <a:gd name="p0x2" fmla="*/ 0 w 54"/>
                <a:gd name="p0y2" fmla="*/ 30 h 1550"/>
                <a:gd name="p0x3" fmla="*/ 15 w 54"/>
                <a:gd name="p0y3" fmla="*/ 9 h 1550"/>
                <a:gd name="p0x4" fmla="*/ 37 w 54"/>
                <a:gd name="p0y4" fmla="*/ 0 h 1550"/>
                <a:gd name="p0x5" fmla="*/ 54 w 54"/>
                <a:gd name="p0y5" fmla="*/ 13 h 1550"/>
                <a:gd name="p0x6" fmla="*/ 54 w 54"/>
                <a:gd name="p0y6" fmla="*/ 13 h 1550"/>
                <a:gd name="p0x7" fmla="*/ 48 w 54"/>
                <a:gd name="p0y7" fmla="*/ 20 h 1550"/>
                <a:gd name="p0x8" fmla="*/ 45 w 54"/>
                <a:gd name="p0y8" fmla="*/ 36 h 1550"/>
                <a:gd name="p0x9" fmla="*/ 45 w 54"/>
                <a:gd name="p0y9" fmla="*/ 55 h 1550"/>
                <a:gd name="p0x10" fmla="*/ 45 w 54"/>
                <a:gd name="p0y10" fmla="*/ 1495 h 1550"/>
                <a:gd name="p0x11" fmla="*/ 45 w 54"/>
                <a:gd name="p0y11" fmla="*/ 1514 h 1550"/>
                <a:gd name="p0x12" fmla="*/ 48 w 54"/>
                <a:gd name="p0y12" fmla="*/ 1530 h 1550"/>
                <a:gd name="p0x13" fmla="*/ 54 w 54"/>
                <a:gd name="p0y13" fmla="*/ 1537 h 1550"/>
                <a:gd name="p0x14" fmla="*/ 37 w 54"/>
                <a:gd name="p0y14" fmla="*/ 1550 h 1550"/>
                <a:gd name="p0x15" fmla="*/ 37 w 54"/>
                <a:gd name="p0y15" fmla="*/ 1550 h 1550"/>
                <a:gd name="p0x16" fmla="*/ 15 w 54"/>
                <a:gd name="p0y16" fmla="*/ 1541 h 1550"/>
                <a:gd name="p0x17" fmla="*/ 0 w 54"/>
                <a:gd name="p0y17" fmla="*/ 1520 h 1550"/>
                <a:gd name="p0x18" fmla="*/ 0 w 54"/>
                <a:gd name="p0y18" fmla="*/ 1495 h 15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1" name="文本框 60"/>
          <p:cNvSpPr txBox="1"/>
          <p:nvPr>
            <p:custDataLst>
              <p:tags r:id="rId33"/>
            </p:custDataLst>
          </p:nvPr>
        </p:nvSpPr>
        <p:spPr>
          <a:xfrm>
            <a:off x="914426" y="5744686"/>
            <a:ext cx="2851175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</a:t>
            </a:r>
            <a:endParaRPr lang="zh-CN" altLang="en-US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34"/>
            </p:custDataLst>
          </p:nvPr>
        </p:nvSpPr>
        <p:spPr>
          <a:xfrm>
            <a:off x="895376" y="6068854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扶桑树</a:t>
            </a:r>
            <a:endParaRPr lang="zh-CN"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8302625" y="1304925"/>
            <a:ext cx="3117850" cy="466090"/>
            <a:chOff x="13075" y="2055"/>
            <a:chExt cx="4910" cy="734"/>
          </a:xfrm>
        </p:grpSpPr>
        <p:sp>
          <p:nvSpPr>
            <p:cNvPr id="86" name="任意多边形 85"/>
            <p:cNvSpPr/>
            <p:nvPr>
              <p:custDataLst>
                <p:tags r:id="rId35"/>
              </p:custDataLst>
            </p:nvPr>
          </p:nvSpPr>
          <p:spPr>
            <a:xfrm>
              <a:off x="13075" y="2055"/>
              <a:ext cx="4910" cy="735"/>
            </a:xfrm>
            <a:custGeom>
              <a:avLst/>
              <a:gdLst>
                <a:gd name="sw" fmla="*/ 1 w 4910"/>
                <a:gd name="sh" fmla="*/ 1 h 735"/>
                <a:gd name="mins" fmla="min sw sh"/>
                <a:gd name="dsw" fmla="+- 0 sw mins"/>
                <a:gd name="dsh" fmla="+- 0 sh mins"/>
                <a:gd name="p0x0" fmla="*/ 0 w 4910"/>
                <a:gd name="p0y0" fmla="*/ 0 h 735"/>
                <a:gd name="p0x1" fmla="*/ 4910 w 4910"/>
                <a:gd name="p0y1" fmla="*/ 0 h 735"/>
                <a:gd name="p0x2" fmla="*/ 4910 w 4910"/>
                <a:gd name="p0y2" fmla="*/ 735 h 735"/>
                <a:gd name="p0x3" fmla="*/ 0 w 4910"/>
                <a:gd name="p0y3" fmla="*/ 735 h 735"/>
                <a:gd name="p0x4" fmla="*/ 0 w 49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任意多边形 86"/>
            <p:cNvSpPr/>
            <p:nvPr>
              <p:custDataLst>
                <p:tags r:id="rId36"/>
              </p:custDataLst>
            </p:nvPr>
          </p:nvSpPr>
          <p:spPr>
            <a:xfrm>
              <a:off x="13075" y="2775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4910 w 4910"/>
                <a:gd name="p0y0" fmla="*/ 15 h 15"/>
                <a:gd name="p0x1" fmla="*/ 0 w 4910"/>
                <a:gd name="p0y1" fmla="*/ 15 h 15"/>
                <a:gd name="p0x2" fmla="*/ 0 w 4910"/>
                <a:gd name="p0y2" fmla="*/ 0 h 15"/>
                <a:gd name="p0x3" fmla="*/ 4910 w 4910"/>
                <a:gd name="p0y3" fmla="*/ 0 h 15"/>
                <a:gd name="p0x4" fmla="*/ 4910 w 49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26440" y="2478405"/>
            <a:ext cx="3117850" cy="718820"/>
            <a:chOff x="7145" y="3423"/>
            <a:chExt cx="4910" cy="1560"/>
          </a:xfrm>
        </p:grpSpPr>
        <p:sp>
          <p:nvSpPr>
            <p:cNvPr id="11" name="任意多边形 10"/>
            <p:cNvSpPr/>
            <p:nvPr>
              <p:custDataLst>
                <p:tags r:id="rId37"/>
              </p:custDataLst>
            </p:nvPr>
          </p:nvSpPr>
          <p:spPr>
            <a:xfrm>
              <a:off x="7145" y="3423"/>
              <a:ext cx="4910" cy="1560"/>
            </a:xfrm>
            <a:custGeom>
              <a:avLst/>
              <a:gdLst>
                <a:gd name="sw" fmla="*/ 1 w 4910"/>
                <a:gd name="sh" fmla="*/ 1 h 1560"/>
                <a:gd name="mins" fmla="min sw sh"/>
                <a:gd name="dsw" fmla="+- 0 sw mins"/>
                <a:gd name="dsh" fmla="+- 0 sh mins"/>
                <a:gd name="p0x0" fmla="*/ 60 w 4910"/>
                <a:gd name="p0y0" fmla="*/ 0 h 1560"/>
                <a:gd name="p0x1" fmla="*/ 4850 w 4910"/>
                <a:gd name="p0y1" fmla="*/ 0 h 1560"/>
                <a:gd name="p0x2" fmla="*/ 4883 w 4910"/>
                <a:gd name="p0y2" fmla="*/ 0 h 1560"/>
                <a:gd name="p0x3" fmla="*/ 4910 w 4910"/>
                <a:gd name="p0y3" fmla="*/ 26 h 1560"/>
                <a:gd name="p0x4" fmla="*/ 4910 w 4910"/>
                <a:gd name="p0y4" fmla="*/ 60 h 1560"/>
                <a:gd name="p0x5" fmla="*/ 4910 w 4910"/>
                <a:gd name="p0y5" fmla="*/ 1500 h 1560"/>
                <a:gd name="p0x6" fmla="*/ 4910 w 4910"/>
                <a:gd name="p0y6" fmla="*/ 1533 h 1560"/>
                <a:gd name="p0x7" fmla="*/ 4883 w 4910"/>
                <a:gd name="p0y7" fmla="*/ 1560 h 1560"/>
                <a:gd name="p0x8" fmla="*/ 4850 w 4910"/>
                <a:gd name="p0y8" fmla="*/ 1560 h 1560"/>
                <a:gd name="p0x9" fmla="*/ 60 w 4910"/>
                <a:gd name="p0y9" fmla="*/ 1560 h 1560"/>
                <a:gd name="p0x10" fmla="*/ 26 w 4910"/>
                <a:gd name="p0y10" fmla="*/ 1560 h 1560"/>
                <a:gd name="p0x11" fmla="*/ 0 w 4910"/>
                <a:gd name="p0y11" fmla="*/ 1533 h 1560"/>
                <a:gd name="p0x12" fmla="*/ 0 w 4910"/>
                <a:gd name="p0y12" fmla="*/ 1500 h 1560"/>
                <a:gd name="p0x13" fmla="*/ 0 w 4910"/>
                <a:gd name="p0y13" fmla="*/ 60 h 1560"/>
                <a:gd name="p0x14" fmla="*/ 0 w 4910"/>
                <a:gd name="p0y14" fmla="*/ 26 h 1560"/>
                <a:gd name="p0x15" fmla="*/ 26 w 4910"/>
                <a:gd name="p0y15" fmla="*/ 0 h 1560"/>
                <a:gd name="p0x16" fmla="*/ 60 w 4910"/>
                <a:gd name="p0y16" fmla="*/ 0 h 15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>
              <p:custDataLst>
                <p:tags r:id="rId38"/>
              </p:custDataLst>
            </p:nvPr>
          </p:nvSpPr>
          <p:spPr>
            <a:xfrm>
              <a:off x="7182" y="3423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39"/>
              </p:custDataLst>
            </p:nvPr>
          </p:nvSpPr>
          <p:spPr>
            <a:xfrm>
              <a:off x="12026" y="3441"/>
              <a:ext cx="29" cy="1525"/>
            </a:xfrm>
            <a:custGeom>
              <a:avLst/>
              <a:gdLst>
                <a:gd name="sw" fmla="*/ 1 w 28"/>
                <a:gd name="sh" fmla="*/ 1 h 1524"/>
                <a:gd name="mins" fmla="min sw sh"/>
                <a:gd name="dsw" fmla="+- 0 sw mins"/>
                <a:gd name="dsh" fmla="+- 0 sh mins"/>
                <a:gd name="p0x0" fmla="*/ 28 w 28"/>
                <a:gd name="p0y0" fmla="*/ 42 h 1524"/>
                <a:gd name="p0x1" fmla="*/ 28 w 28"/>
                <a:gd name="p0y1" fmla="*/ 1482 h 1524"/>
                <a:gd name="p0x2" fmla="*/ 28 w 28"/>
                <a:gd name="p0y2" fmla="*/ 1498 h 1524"/>
                <a:gd name="p0x3" fmla="*/ 21 w 28"/>
                <a:gd name="p0y3" fmla="*/ 1513 h 1524"/>
                <a:gd name="p0x4" fmla="*/ 10 w 28"/>
                <a:gd name="p0y4" fmla="*/ 1524 h 1524"/>
                <a:gd name="p0x5" fmla="*/ 0 w 28"/>
                <a:gd name="p0y5" fmla="*/ 1514 h 1524"/>
                <a:gd name="p0x6" fmla="*/ 8 w 28"/>
                <a:gd name="p0y6" fmla="*/ 1506 h 1524"/>
                <a:gd name="p0x7" fmla="*/ 13 w 28"/>
                <a:gd name="p0y7" fmla="*/ 1494 h 1524"/>
                <a:gd name="p0x8" fmla="*/ 13 w 28"/>
                <a:gd name="p0y8" fmla="*/ 1482 h 1524"/>
                <a:gd name="p0x9" fmla="*/ 13 w 28"/>
                <a:gd name="p0y9" fmla="*/ 42 h 1524"/>
                <a:gd name="p0x10" fmla="*/ 13 w 28"/>
                <a:gd name="p0y10" fmla="*/ 30 h 1524"/>
                <a:gd name="p0x11" fmla="*/ 8 w 28"/>
                <a:gd name="p0y11" fmla="*/ 18 h 1524"/>
                <a:gd name="p0x12" fmla="*/ 0 w 28"/>
                <a:gd name="p0y12" fmla="*/ 10 h 1524"/>
                <a:gd name="p0x13" fmla="*/ 10 w 28"/>
                <a:gd name="p0y13" fmla="*/ 0 h 1524"/>
                <a:gd name="p0x14" fmla="*/ 21 w 28"/>
                <a:gd name="p0y14" fmla="*/ 10 h 1524"/>
                <a:gd name="p0x15" fmla="*/ 28 w 28"/>
                <a:gd name="p0y15" fmla="*/ 25 h 1524"/>
                <a:gd name="p0x16" fmla="*/ 28 w 28"/>
                <a:gd name="p0y16" fmla="*/ 42 h 152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>
              <p:custDataLst>
                <p:tags r:id="rId40"/>
              </p:custDataLst>
            </p:nvPr>
          </p:nvSpPr>
          <p:spPr>
            <a:xfrm>
              <a:off x="7182" y="4955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>
              <p:custDataLst>
                <p:tags r:id="rId41"/>
              </p:custDataLst>
            </p:nvPr>
          </p:nvSpPr>
          <p:spPr>
            <a:xfrm>
              <a:off x="7145" y="3428"/>
              <a:ext cx="54" cy="1551"/>
            </a:xfrm>
            <a:custGeom>
              <a:avLst/>
              <a:gdLst>
                <a:gd name="sw" fmla="*/ 1 w 54"/>
                <a:gd name="sh" fmla="*/ 1 h 1550"/>
                <a:gd name="mins" fmla="min sw sh"/>
                <a:gd name="dsw" fmla="+- 0 sw mins"/>
                <a:gd name="dsh" fmla="+- 0 sh mins"/>
                <a:gd name="p0x0" fmla="*/ 0 w 54"/>
                <a:gd name="p0y0" fmla="*/ 1495 h 1550"/>
                <a:gd name="p0x1" fmla="*/ 0 w 54"/>
                <a:gd name="p0y1" fmla="*/ 55 h 1550"/>
                <a:gd name="p0x2" fmla="*/ 0 w 54"/>
                <a:gd name="p0y2" fmla="*/ 30 h 1550"/>
                <a:gd name="p0x3" fmla="*/ 15 w 54"/>
                <a:gd name="p0y3" fmla="*/ 9 h 1550"/>
                <a:gd name="p0x4" fmla="*/ 37 w 54"/>
                <a:gd name="p0y4" fmla="*/ 0 h 1550"/>
                <a:gd name="p0x5" fmla="*/ 54 w 54"/>
                <a:gd name="p0y5" fmla="*/ 13 h 1550"/>
                <a:gd name="p0x6" fmla="*/ 54 w 54"/>
                <a:gd name="p0y6" fmla="*/ 13 h 1550"/>
                <a:gd name="p0x7" fmla="*/ 48 w 54"/>
                <a:gd name="p0y7" fmla="*/ 20 h 1550"/>
                <a:gd name="p0x8" fmla="*/ 45 w 54"/>
                <a:gd name="p0y8" fmla="*/ 36 h 1550"/>
                <a:gd name="p0x9" fmla="*/ 45 w 54"/>
                <a:gd name="p0y9" fmla="*/ 55 h 1550"/>
                <a:gd name="p0x10" fmla="*/ 45 w 54"/>
                <a:gd name="p0y10" fmla="*/ 1495 h 1550"/>
                <a:gd name="p0x11" fmla="*/ 45 w 54"/>
                <a:gd name="p0y11" fmla="*/ 1514 h 1550"/>
                <a:gd name="p0x12" fmla="*/ 48 w 54"/>
                <a:gd name="p0y12" fmla="*/ 1530 h 1550"/>
                <a:gd name="p0x13" fmla="*/ 54 w 54"/>
                <a:gd name="p0y13" fmla="*/ 1537 h 1550"/>
                <a:gd name="p0x14" fmla="*/ 37 w 54"/>
                <a:gd name="p0y14" fmla="*/ 1550 h 1550"/>
                <a:gd name="p0x15" fmla="*/ 37 w 54"/>
                <a:gd name="p0y15" fmla="*/ 1550 h 1550"/>
                <a:gd name="p0x16" fmla="*/ 15 w 54"/>
                <a:gd name="p0y16" fmla="*/ 1541 h 1550"/>
                <a:gd name="p0x17" fmla="*/ 0 w 54"/>
                <a:gd name="p0y17" fmla="*/ 1520 h 1550"/>
                <a:gd name="p0x18" fmla="*/ 0 w 54"/>
                <a:gd name="p0y18" fmla="*/ 1495 h 15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1" name="文本框 50"/>
          <p:cNvSpPr txBox="1"/>
          <p:nvPr>
            <p:custDataLst>
              <p:tags r:id="rId42"/>
            </p:custDataLst>
          </p:nvPr>
        </p:nvSpPr>
        <p:spPr>
          <a:xfrm>
            <a:off x="914426" y="2474436"/>
            <a:ext cx="2851175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Shadow</a:t>
            </a:r>
            <a:endParaRPr lang="en-US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43"/>
            </p:custDataLst>
          </p:nvPr>
        </p:nvSpPr>
        <p:spPr>
          <a:xfrm>
            <a:off x="914426" y="2817654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纹样选用缠枝纹</a:t>
            </a:r>
            <a:endParaRPr lang="zh-CN" altLang="en-US"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8" name="图片 67" descr="playerLight 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064125" y="149225"/>
            <a:ext cx="3074670" cy="3074670"/>
          </a:xfrm>
          <a:prstGeom prst="rect">
            <a:avLst/>
          </a:prstGeom>
        </p:spPr>
      </p:pic>
      <p:pic>
        <p:nvPicPr>
          <p:cNvPr id="91" name="图片 90" descr="shadow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256145" y="1109345"/>
            <a:ext cx="3021330" cy="3021330"/>
          </a:xfrm>
          <a:prstGeom prst="rect">
            <a:avLst/>
          </a:prstGeom>
        </p:spPr>
      </p:pic>
      <p:pic>
        <p:nvPicPr>
          <p:cNvPr id="100" name="图片 99" descr="orb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258310" y="1899920"/>
            <a:ext cx="3171825" cy="3171825"/>
          </a:xfrm>
          <a:prstGeom prst="rect">
            <a:avLst/>
          </a:prstGeom>
        </p:spPr>
      </p:pic>
      <p:pic>
        <p:nvPicPr>
          <p:cNvPr id="126" name="图片 125" descr="enemy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654925" y="3547745"/>
            <a:ext cx="2463800" cy="2463800"/>
          </a:xfrm>
          <a:prstGeom prst="rect">
            <a:avLst/>
          </a:prstGeom>
        </p:spPr>
      </p:pic>
      <p:pic>
        <p:nvPicPr>
          <p:cNvPr id="127" name="图片 126" descr="DoorClose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412740" y="4727575"/>
            <a:ext cx="2017395" cy="20173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563495" y="1657350"/>
            <a:ext cx="706501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5588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30257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UI——</a:t>
            </a:r>
            <a:r>
              <a:rPr lang="zh-CN" altLang="en-US"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封面设计</a:t>
            </a:r>
            <a:endParaRPr lang="zh-CN" altLang="en-US" sz="30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9" name="组合 118"/>
          <p:cNvGrpSpPr/>
          <p:nvPr/>
        </p:nvGrpSpPr>
        <p:grpSpPr>
          <a:xfrm>
            <a:off x="4537075" y="1304925"/>
            <a:ext cx="3117850" cy="466090"/>
            <a:chOff x="7145" y="2055"/>
            <a:chExt cx="4910" cy="734"/>
          </a:xfrm>
        </p:grpSpPr>
        <p:sp>
          <p:nvSpPr>
            <p:cNvPr id="46" name="任意多边形 45"/>
            <p:cNvSpPr/>
            <p:nvPr>
              <p:custDataLst>
                <p:tags r:id="rId4"/>
              </p:custDataLst>
            </p:nvPr>
          </p:nvSpPr>
          <p:spPr>
            <a:xfrm>
              <a:off x="7145" y="2055"/>
              <a:ext cx="4910" cy="735"/>
            </a:xfrm>
            <a:custGeom>
              <a:avLst/>
              <a:gdLst>
                <a:gd name="sw" fmla="*/ 1 w 4910"/>
                <a:gd name="sh" fmla="*/ 1 h 735"/>
                <a:gd name="mins" fmla="min sw sh"/>
                <a:gd name="dsw" fmla="+- 0 sw mins"/>
                <a:gd name="dsh" fmla="+- 0 sh mins"/>
                <a:gd name="p0x0" fmla="*/ 0 w 4910"/>
                <a:gd name="p0y0" fmla="*/ 0 h 735"/>
                <a:gd name="p0x1" fmla="*/ 4910 w 4910"/>
                <a:gd name="p0y1" fmla="*/ 0 h 735"/>
                <a:gd name="p0x2" fmla="*/ 4910 w 4910"/>
                <a:gd name="p0y2" fmla="*/ 735 h 735"/>
                <a:gd name="p0x3" fmla="*/ 0 w 4910"/>
                <a:gd name="p0y3" fmla="*/ 735 h 735"/>
                <a:gd name="p0x4" fmla="*/ 0 w 49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>
              <p:custDataLst>
                <p:tags r:id="rId5"/>
              </p:custDataLst>
            </p:nvPr>
          </p:nvSpPr>
          <p:spPr>
            <a:xfrm>
              <a:off x="7145" y="2775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4910 w 4910"/>
                <a:gd name="p0y0" fmla="*/ 15 h 15"/>
                <a:gd name="p0x1" fmla="*/ 0 w 4910"/>
                <a:gd name="p0y1" fmla="*/ 15 h 15"/>
                <a:gd name="p0x2" fmla="*/ 0 w 4910"/>
                <a:gd name="p0y2" fmla="*/ 0 h 15"/>
                <a:gd name="p0x3" fmla="*/ 4910 w 4910"/>
                <a:gd name="p0y3" fmla="*/ 0 h 15"/>
                <a:gd name="p0x4" fmla="*/ 4910 w 49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8302625" y="1304925"/>
            <a:ext cx="3117850" cy="466090"/>
            <a:chOff x="13075" y="2055"/>
            <a:chExt cx="4910" cy="734"/>
          </a:xfrm>
        </p:grpSpPr>
        <p:sp>
          <p:nvSpPr>
            <p:cNvPr id="86" name="任意多边形 85"/>
            <p:cNvSpPr/>
            <p:nvPr>
              <p:custDataLst>
                <p:tags r:id="rId6"/>
              </p:custDataLst>
            </p:nvPr>
          </p:nvSpPr>
          <p:spPr>
            <a:xfrm>
              <a:off x="13075" y="2055"/>
              <a:ext cx="4910" cy="735"/>
            </a:xfrm>
            <a:custGeom>
              <a:avLst/>
              <a:gdLst>
                <a:gd name="sw" fmla="*/ 1 w 4910"/>
                <a:gd name="sh" fmla="*/ 1 h 735"/>
                <a:gd name="mins" fmla="min sw sh"/>
                <a:gd name="dsw" fmla="+- 0 sw mins"/>
                <a:gd name="dsh" fmla="+- 0 sh mins"/>
                <a:gd name="p0x0" fmla="*/ 0 w 4910"/>
                <a:gd name="p0y0" fmla="*/ 0 h 735"/>
                <a:gd name="p0x1" fmla="*/ 4910 w 4910"/>
                <a:gd name="p0y1" fmla="*/ 0 h 735"/>
                <a:gd name="p0x2" fmla="*/ 4910 w 4910"/>
                <a:gd name="p0y2" fmla="*/ 735 h 735"/>
                <a:gd name="p0x3" fmla="*/ 0 w 4910"/>
                <a:gd name="p0y3" fmla="*/ 735 h 735"/>
                <a:gd name="p0x4" fmla="*/ 0 w 49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任意多边形 86"/>
            <p:cNvSpPr/>
            <p:nvPr>
              <p:custDataLst>
                <p:tags r:id="rId7"/>
              </p:custDataLst>
            </p:nvPr>
          </p:nvSpPr>
          <p:spPr>
            <a:xfrm>
              <a:off x="13075" y="2775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4910 w 4910"/>
                <a:gd name="p0y0" fmla="*/ 15 h 15"/>
                <a:gd name="p0x1" fmla="*/ 0 w 4910"/>
                <a:gd name="p0y1" fmla="*/ 15 h 15"/>
                <a:gd name="p0x2" fmla="*/ 0 w 4910"/>
                <a:gd name="p0y2" fmla="*/ 0 h 15"/>
                <a:gd name="p0x3" fmla="*/ 4910 w 4910"/>
                <a:gd name="p0y3" fmla="*/ 0 h 15"/>
                <a:gd name="p0x4" fmla="*/ 4910 w 49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915" y="1304925"/>
            <a:ext cx="5654675" cy="28359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4590" y="1304925"/>
            <a:ext cx="5629910" cy="27971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0925" y="4140835"/>
            <a:ext cx="5340350" cy="26460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5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技术落地</a:t>
            </a:r>
            <a:endParaRPr lang="zh-CN" altLang="en-US"/>
          </a:p>
        </p:txBody>
      </p:sp>
      <p:sp>
        <p:nvSpPr>
          <p:cNvPr id="3" name="文本占位符 10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技术选型总览</a:t>
            </a:r>
            <a:endParaRPr sz="30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33400" y="862013"/>
            <a:ext cx="111252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Godot 4.7 </a:t>
            </a:r>
            <a:r>
              <a:rPr lang="zh-CN" altLang="en-US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</a:t>
            </a:r>
            <a:r>
              <a:rPr lang="en-US" altLang="zh-CN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GDScript</a:t>
            </a:r>
            <a:r>
              <a:rPr lang="zh-CN" altLang="en-US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Windows </a:t>
            </a:r>
            <a:r>
              <a:rPr lang="zh-CN" altLang="en-US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上开发、导出、演示一条线。</a:t>
            </a:r>
            <a:r>
              <a:rPr lang="en-US" altLang="zh-CN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Cursor </a:t>
            </a:r>
            <a:r>
              <a:rPr lang="zh-CN" altLang="en-US"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加语言模型帮我拆架构、调试、做程序化音效，但手感、跳跃阈值和文案，都是我亲自玩、亲自改出来的。</a:t>
            </a:r>
            <a:endParaRPr lang="zh-CN" altLang="en-US" sz="1500">
              <a:solidFill>
                <a:srgbClr val="FDF5F3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571500" y="175260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60 w 17400"/>
              <a:gd name="p0y0" fmla="*/ 0 h 1050"/>
              <a:gd name="p0x1" fmla="*/ 17340 w 17400"/>
              <a:gd name="p0y1" fmla="*/ 0 h 1050"/>
              <a:gd name="p0x2" fmla="*/ 17373 w 17400"/>
              <a:gd name="p0y2" fmla="*/ 0 h 1050"/>
              <a:gd name="p0x3" fmla="*/ 17400 w 17400"/>
              <a:gd name="p0y3" fmla="*/ 26 h 1050"/>
              <a:gd name="p0x4" fmla="*/ 17400 w 17400"/>
              <a:gd name="p0y4" fmla="*/ 60 h 1050"/>
              <a:gd name="p0x5" fmla="*/ 17400 w 17400"/>
              <a:gd name="p0y5" fmla="*/ 990 h 1050"/>
              <a:gd name="p0x6" fmla="*/ 17400 w 17400"/>
              <a:gd name="p0y6" fmla="*/ 1023 h 1050"/>
              <a:gd name="p0x7" fmla="*/ 17373 w 17400"/>
              <a:gd name="p0y7" fmla="*/ 1050 h 1050"/>
              <a:gd name="p0x8" fmla="*/ 17340 w 17400"/>
              <a:gd name="p0y8" fmla="*/ 1050 h 1050"/>
              <a:gd name="p0x9" fmla="*/ 60 w 17400"/>
              <a:gd name="p0y9" fmla="*/ 1050 h 1050"/>
              <a:gd name="p0x10" fmla="*/ 26 w 17400"/>
              <a:gd name="p0y10" fmla="*/ 1050 h 1050"/>
              <a:gd name="p0x11" fmla="*/ 0 w 17400"/>
              <a:gd name="p0y11" fmla="*/ 1023 h 1050"/>
              <a:gd name="p0x12" fmla="*/ 0 w 17400"/>
              <a:gd name="p0y12" fmla="*/ 990 h 1050"/>
              <a:gd name="p0x13" fmla="*/ 0 w 17400"/>
              <a:gd name="p0y13" fmla="*/ 60 h 1050"/>
              <a:gd name="p0x14" fmla="*/ 0 w 17400"/>
              <a:gd name="p0y14" fmla="*/ 26 h 1050"/>
              <a:gd name="p0x15" fmla="*/ 26 w 17400"/>
              <a:gd name="p0y15" fmla="*/ 0 h 1050"/>
              <a:gd name="p0x16" fmla="*/ 6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45767"/>
            </a:schemeClr>
          </a:solidFill>
          <a:ln>
            <a:noFill/>
          </a:ln>
          <a:effectLst>
            <a:outerShdw blurRad="40005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762000" y="1927860"/>
            <a:ext cx="3657895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选型服务于</a:t>
            </a:r>
            <a:r>
              <a:rPr b="1">
                <a:solidFill>
                  <a:srgbClr val="7AF0FF"/>
                </a:solidFill>
                <a:latin typeface="微软雅黑" panose="020B0503020204020204" charset="-122"/>
                <a:ea typeface="微软雅黑" panose="020B0503020204020204" charset="-122"/>
              </a:rPr>
              <a:t>迭代速度</a:t>
            </a: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b="1">
                <a:solidFill>
                  <a:srgbClr val="7AF0FF"/>
                </a:solidFill>
                <a:latin typeface="微软雅黑" panose="020B0503020204020204" charset="-122"/>
                <a:ea typeface="微软雅黑" panose="020B0503020204020204" charset="-122"/>
              </a:rPr>
              <a:t>演示可靠性</a:t>
            </a:r>
            <a:endParaRPr b="1">
              <a:solidFill>
                <a:srgbClr val="7AF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575945" y="2576195"/>
            <a:ext cx="3546475" cy="1847850"/>
          </a:xfrm>
          <a:custGeom>
            <a:avLst/>
            <a:gdLst>
              <a:gd name="sw" fmla="*/ 1 w 5584"/>
              <a:gd name="sh" fmla="*/ 1 h 2910"/>
              <a:gd name="mins" fmla="min sw sh"/>
              <a:gd name="dsw" fmla="+- 0 sw mins"/>
              <a:gd name="dsh" fmla="+- 0 sh mins"/>
              <a:gd name="p0x0" fmla="*/ 60 w 5584"/>
              <a:gd name="p0y0" fmla="*/ 0 h 2910"/>
              <a:gd name="p0x1" fmla="*/ 5524 w 5584"/>
              <a:gd name="p0y1" fmla="*/ 0 h 2910"/>
              <a:gd name="p0x2" fmla="*/ 5558 w 5584"/>
              <a:gd name="p0y2" fmla="*/ 0 h 2910"/>
              <a:gd name="p0x3" fmla="*/ 5584 w 5584"/>
              <a:gd name="p0y3" fmla="*/ 26 h 2910"/>
              <a:gd name="p0x4" fmla="*/ 5584 w 5584"/>
              <a:gd name="p0y4" fmla="*/ 60 h 2910"/>
              <a:gd name="p0x5" fmla="*/ 5584 w 5584"/>
              <a:gd name="p0y5" fmla="*/ 2850 h 2910"/>
              <a:gd name="p0x6" fmla="*/ 5584 w 5584"/>
              <a:gd name="p0y6" fmla="*/ 2883 h 2910"/>
              <a:gd name="p0x7" fmla="*/ 5558 w 5584"/>
              <a:gd name="p0y7" fmla="*/ 2910 h 2910"/>
              <a:gd name="p0x8" fmla="*/ 5524 w 5584"/>
              <a:gd name="p0y8" fmla="*/ 2910 h 2910"/>
              <a:gd name="p0x9" fmla="*/ 60 w 5584"/>
              <a:gd name="p0y9" fmla="*/ 2910 h 2910"/>
              <a:gd name="p0x10" fmla="*/ 26 w 5584"/>
              <a:gd name="p0y10" fmla="*/ 2910 h 2910"/>
              <a:gd name="p0x11" fmla="*/ 0 w 5584"/>
              <a:gd name="p0y11" fmla="*/ 2883 h 2910"/>
              <a:gd name="p0x12" fmla="*/ 0 w 5584"/>
              <a:gd name="p0y12" fmla="*/ 2850 h 2910"/>
              <a:gd name="p0x13" fmla="*/ 0 w 5584"/>
              <a:gd name="p0y13" fmla="*/ 60 h 2910"/>
              <a:gd name="p0x14" fmla="*/ 0 w 5584"/>
              <a:gd name="p0y14" fmla="*/ 26 h 2910"/>
              <a:gd name="p0x15" fmla="*/ 26 w 5584"/>
              <a:gd name="p0y15" fmla="*/ 0 h 2910"/>
              <a:gd name="p0x16" fmla="*/ 60 w 5584"/>
              <a:gd name="p0y16" fmla="*/ 0 h 29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771525" y="3036570"/>
            <a:ext cx="315589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GDScript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771525" y="350012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771525" y="3629025"/>
            <a:ext cx="315589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贴近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场景树与信号</a:t>
            </a: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，迭代快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4322445" y="2576195"/>
            <a:ext cx="3546475" cy="1847850"/>
          </a:xfrm>
          <a:custGeom>
            <a:avLst/>
            <a:gdLst>
              <a:gd name="sw" fmla="*/ 1 w 5585"/>
              <a:gd name="sh" fmla="*/ 1 h 2910"/>
              <a:gd name="mins" fmla="min sw sh"/>
              <a:gd name="dsw" fmla="+- 0 sw mins"/>
              <a:gd name="dsh" fmla="+- 0 sh mins"/>
              <a:gd name="p0x0" fmla="*/ 60 w 5585"/>
              <a:gd name="p0y0" fmla="*/ 0 h 2910"/>
              <a:gd name="p0x1" fmla="*/ 5525 w 5585"/>
              <a:gd name="p0y1" fmla="*/ 0 h 2910"/>
              <a:gd name="p0x2" fmla="*/ 5558 w 5585"/>
              <a:gd name="p0y2" fmla="*/ 0 h 2910"/>
              <a:gd name="p0x3" fmla="*/ 5585 w 5585"/>
              <a:gd name="p0y3" fmla="*/ 26 h 2910"/>
              <a:gd name="p0x4" fmla="*/ 5585 w 5585"/>
              <a:gd name="p0y4" fmla="*/ 60 h 2910"/>
              <a:gd name="p0x5" fmla="*/ 5585 w 5585"/>
              <a:gd name="p0y5" fmla="*/ 2850 h 2910"/>
              <a:gd name="p0x6" fmla="*/ 5585 w 5585"/>
              <a:gd name="p0y6" fmla="*/ 2883 h 2910"/>
              <a:gd name="p0x7" fmla="*/ 5558 w 5585"/>
              <a:gd name="p0y7" fmla="*/ 2910 h 2910"/>
              <a:gd name="p0x8" fmla="*/ 5525 w 5585"/>
              <a:gd name="p0y8" fmla="*/ 2910 h 2910"/>
              <a:gd name="p0x9" fmla="*/ 60 w 5585"/>
              <a:gd name="p0y9" fmla="*/ 2910 h 2910"/>
              <a:gd name="p0x10" fmla="*/ 26 w 5585"/>
              <a:gd name="p0y10" fmla="*/ 2910 h 2910"/>
              <a:gd name="p0x11" fmla="*/ 0 w 5585"/>
              <a:gd name="p0y11" fmla="*/ 2883 h 2910"/>
              <a:gd name="p0x12" fmla="*/ 0 w 5585"/>
              <a:gd name="p0y12" fmla="*/ 2850 h 2910"/>
              <a:gd name="p0x13" fmla="*/ 0 w 5585"/>
              <a:gd name="p0y13" fmla="*/ 60 h 2910"/>
              <a:gd name="p0x14" fmla="*/ 0 w 5585"/>
              <a:gd name="p0y14" fmla="*/ 26 h 2910"/>
              <a:gd name="p0x15" fmla="*/ 26 w 5585"/>
              <a:gd name="p0y15" fmla="*/ 0 h 2910"/>
              <a:gd name="p0x16" fmla="*/ 60 w 5585"/>
              <a:gd name="p0y16" fmla="*/ 0 h 29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4517974" y="3036570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Windows 11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4517390" y="350012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4517974" y="3629025"/>
            <a:ext cx="2476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开发、导出、演示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同一平台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8068945" y="2576195"/>
            <a:ext cx="3546475" cy="1847850"/>
          </a:xfrm>
          <a:custGeom>
            <a:avLst/>
            <a:gdLst>
              <a:gd name="sw" fmla="*/ 1 w 5585"/>
              <a:gd name="sh" fmla="*/ 1 h 2910"/>
              <a:gd name="mins" fmla="min sw sh"/>
              <a:gd name="dsw" fmla="+- 0 sw mins"/>
              <a:gd name="dsh" fmla="+- 0 sh mins"/>
              <a:gd name="p0x0" fmla="*/ 60 w 5585"/>
              <a:gd name="p0y0" fmla="*/ 0 h 2910"/>
              <a:gd name="p0x1" fmla="*/ 5525 w 5585"/>
              <a:gd name="p0y1" fmla="*/ 0 h 2910"/>
              <a:gd name="p0x2" fmla="*/ 5558 w 5585"/>
              <a:gd name="p0y2" fmla="*/ 0 h 2910"/>
              <a:gd name="p0x3" fmla="*/ 5585 w 5585"/>
              <a:gd name="p0y3" fmla="*/ 26 h 2910"/>
              <a:gd name="p0x4" fmla="*/ 5585 w 5585"/>
              <a:gd name="p0y4" fmla="*/ 60 h 2910"/>
              <a:gd name="p0x5" fmla="*/ 5585 w 5585"/>
              <a:gd name="p0y5" fmla="*/ 2850 h 2910"/>
              <a:gd name="p0x6" fmla="*/ 5585 w 5585"/>
              <a:gd name="p0y6" fmla="*/ 2883 h 2910"/>
              <a:gd name="p0x7" fmla="*/ 5558 w 5585"/>
              <a:gd name="p0y7" fmla="*/ 2910 h 2910"/>
              <a:gd name="p0x8" fmla="*/ 5525 w 5585"/>
              <a:gd name="p0y8" fmla="*/ 2910 h 2910"/>
              <a:gd name="p0x9" fmla="*/ 60 w 5585"/>
              <a:gd name="p0y9" fmla="*/ 2910 h 2910"/>
              <a:gd name="p0x10" fmla="*/ 26 w 5585"/>
              <a:gd name="p0y10" fmla="*/ 2910 h 2910"/>
              <a:gd name="p0x11" fmla="*/ 0 w 5585"/>
              <a:gd name="p0y11" fmla="*/ 2883 h 2910"/>
              <a:gd name="p0x12" fmla="*/ 0 w 5585"/>
              <a:gd name="p0y12" fmla="*/ 2850 h 2910"/>
              <a:gd name="p0x13" fmla="*/ 0 w 5585"/>
              <a:gd name="p0y13" fmla="*/ 60 h 2910"/>
              <a:gd name="p0x14" fmla="*/ 0 w 5585"/>
              <a:gd name="p0y14" fmla="*/ 26 h 2910"/>
              <a:gd name="p0x15" fmla="*/ 26 w 5585"/>
              <a:gd name="p0y15" fmla="*/ 0 h 2910"/>
              <a:gd name="p0x16" fmla="*/ 60 w 5585"/>
              <a:gd name="p0y16" fmla="*/ 0 h 29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8264499" y="2884170"/>
            <a:ext cx="315597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Godot 4.7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8263890" y="334772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8264499" y="3476625"/>
            <a:ext cx="315597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Forward Plus</a:t>
            </a:r>
            <a:r>
              <a:rPr lang="zh-CN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渲染，含场景树、信号、</a:t>
            </a:r>
            <a:r>
              <a:rPr lang="en-US" altLang="zh-CN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2D</a:t>
            </a:r>
            <a:r>
              <a:rPr lang="zh-CN" altLang="en-US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光照等</a:t>
            </a:r>
            <a:endParaRPr lang="zh-CN" altLang="en-US"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9"/>
            </p:custDataLst>
          </p:nvPr>
        </p:nvSpPr>
        <p:spPr>
          <a:xfrm>
            <a:off x="4322445" y="4624070"/>
            <a:ext cx="3546475" cy="1847850"/>
          </a:xfrm>
          <a:custGeom>
            <a:avLst/>
            <a:gdLst>
              <a:gd name="sw" fmla="*/ 1 w 5585"/>
              <a:gd name="sh" fmla="*/ 1 h 2910"/>
              <a:gd name="mins" fmla="min sw sh"/>
              <a:gd name="dsw" fmla="+- 0 sw mins"/>
              <a:gd name="dsh" fmla="+- 0 sh mins"/>
              <a:gd name="p0x0" fmla="*/ 60 w 5585"/>
              <a:gd name="p0y0" fmla="*/ 0 h 2910"/>
              <a:gd name="p0x1" fmla="*/ 5525 w 5585"/>
              <a:gd name="p0y1" fmla="*/ 0 h 2910"/>
              <a:gd name="p0x2" fmla="*/ 5558 w 5585"/>
              <a:gd name="p0y2" fmla="*/ 0 h 2910"/>
              <a:gd name="p0x3" fmla="*/ 5585 w 5585"/>
              <a:gd name="p0y3" fmla="*/ 26 h 2910"/>
              <a:gd name="p0x4" fmla="*/ 5585 w 5585"/>
              <a:gd name="p0y4" fmla="*/ 60 h 2910"/>
              <a:gd name="p0x5" fmla="*/ 5585 w 5585"/>
              <a:gd name="p0y5" fmla="*/ 2850 h 2910"/>
              <a:gd name="p0x6" fmla="*/ 5585 w 5585"/>
              <a:gd name="p0y6" fmla="*/ 2883 h 2910"/>
              <a:gd name="p0x7" fmla="*/ 5558 w 5585"/>
              <a:gd name="p0y7" fmla="*/ 2910 h 2910"/>
              <a:gd name="p0x8" fmla="*/ 5525 w 5585"/>
              <a:gd name="p0y8" fmla="*/ 2910 h 2910"/>
              <a:gd name="p0x9" fmla="*/ 60 w 5585"/>
              <a:gd name="p0y9" fmla="*/ 2910 h 2910"/>
              <a:gd name="p0x10" fmla="*/ 26 w 5585"/>
              <a:gd name="p0y10" fmla="*/ 2910 h 2910"/>
              <a:gd name="p0x11" fmla="*/ 0 w 5585"/>
              <a:gd name="p0y11" fmla="*/ 2883 h 2910"/>
              <a:gd name="p0x12" fmla="*/ 0 w 5585"/>
              <a:gd name="p0y12" fmla="*/ 2850 h 2910"/>
              <a:gd name="p0x13" fmla="*/ 0 w 5585"/>
              <a:gd name="p0y13" fmla="*/ 60 h 2910"/>
              <a:gd name="p0x14" fmla="*/ 0 w 5585"/>
              <a:gd name="p0y14" fmla="*/ 26 h 2910"/>
              <a:gd name="p0x15" fmla="*/ 26 w 5585"/>
              <a:gd name="p0y15" fmla="*/ 0 h 2910"/>
              <a:gd name="p0x16" fmla="*/ 60 w 5585"/>
              <a:gd name="p0y16" fmla="*/ 0 h 29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4517974" y="5084445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Cursor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1"/>
            </p:custDataLst>
          </p:nvPr>
        </p:nvSpPr>
        <p:spPr>
          <a:xfrm>
            <a:off x="4517390" y="5547995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4517974" y="5676900"/>
            <a:ext cx="31559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负责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架构拆分</a:t>
            </a: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、调试、程序化音效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3"/>
            </p:custDataLst>
          </p:nvPr>
        </p:nvSpPr>
        <p:spPr>
          <a:xfrm>
            <a:off x="8068945" y="4624070"/>
            <a:ext cx="3546475" cy="1847850"/>
          </a:xfrm>
          <a:custGeom>
            <a:avLst/>
            <a:gdLst>
              <a:gd name="sw" fmla="*/ 1 w 5585"/>
              <a:gd name="sh" fmla="*/ 1 h 2910"/>
              <a:gd name="mins" fmla="min sw sh"/>
              <a:gd name="dsw" fmla="+- 0 sw mins"/>
              <a:gd name="dsh" fmla="+- 0 sh mins"/>
              <a:gd name="p0x0" fmla="*/ 60 w 5585"/>
              <a:gd name="p0y0" fmla="*/ 0 h 2910"/>
              <a:gd name="p0x1" fmla="*/ 5525 w 5585"/>
              <a:gd name="p0y1" fmla="*/ 0 h 2910"/>
              <a:gd name="p0x2" fmla="*/ 5558 w 5585"/>
              <a:gd name="p0y2" fmla="*/ 0 h 2910"/>
              <a:gd name="p0x3" fmla="*/ 5585 w 5585"/>
              <a:gd name="p0y3" fmla="*/ 26 h 2910"/>
              <a:gd name="p0x4" fmla="*/ 5585 w 5585"/>
              <a:gd name="p0y4" fmla="*/ 60 h 2910"/>
              <a:gd name="p0x5" fmla="*/ 5585 w 5585"/>
              <a:gd name="p0y5" fmla="*/ 2850 h 2910"/>
              <a:gd name="p0x6" fmla="*/ 5585 w 5585"/>
              <a:gd name="p0y6" fmla="*/ 2883 h 2910"/>
              <a:gd name="p0x7" fmla="*/ 5558 w 5585"/>
              <a:gd name="p0y7" fmla="*/ 2910 h 2910"/>
              <a:gd name="p0x8" fmla="*/ 5525 w 5585"/>
              <a:gd name="p0y8" fmla="*/ 2910 h 2910"/>
              <a:gd name="p0x9" fmla="*/ 60 w 5585"/>
              <a:gd name="p0y9" fmla="*/ 2910 h 2910"/>
              <a:gd name="p0x10" fmla="*/ 26 w 5585"/>
              <a:gd name="p0y10" fmla="*/ 2910 h 2910"/>
              <a:gd name="p0x11" fmla="*/ 0 w 5585"/>
              <a:gd name="p0y11" fmla="*/ 2883 h 2910"/>
              <a:gd name="p0x12" fmla="*/ 0 w 5585"/>
              <a:gd name="p0y12" fmla="*/ 2850 h 2910"/>
              <a:gd name="p0x13" fmla="*/ 0 w 5585"/>
              <a:gd name="p0y13" fmla="*/ 60 h 2910"/>
              <a:gd name="p0x14" fmla="*/ 0 w 5585"/>
              <a:gd name="p0y14" fmla="*/ 26 h 2910"/>
              <a:gd name="p0x15" fmla="*/ 26 w 5585"/>
              <a:gd name="p0y15" fmla="*/ 0 h 2910"/>
              <a:gd name="p0x16" fmla="*/ 60 w 5585"/>
              <a:gd name="p0y16" fmla="*/ 0 h 29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8264499" y="5084445"/>
            <a:ext cx="3332483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Autoload + Scene FSM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5"/>
            </p:custDataLst>
          </p:nvPr>
        </p:nvSpPr>
        <p:spPr>
          <a:xfrm>
            <a:off x="8263890" y="5547995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8264499" y="5676900"/>
            <a:ext cx="315597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全局单例</a:t>
            </a: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管状态，场景内跑状态机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五层架构与五个单例</a:t>
            </a:r>
            <a:endParaRPr sz="30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DF5F3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架构分五层，从表现层到资源层各管一摊</a:t>
            </a:r>
            <a:endParaRPr sz="1500">
              <a:solidFill>
                <a:srgbClr val="FDF5F3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571500" y="1440151"/>
            <a:ext cx="742502" cy="5591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36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933002" y="1580169"/>
            <a:ext cx="1219200" cy="3743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层架构</a:t>
            </a:r>
            <a:endParaRPr sz="24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923602" y="1580169"/>
            <a:ext cx="528561" cy="3743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4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&amp;</a:t>
            </a:r>
            <a:endParaRPr sz="24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223564" y="1652559"/>
            <a:ext cx="371256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2442420" y="1652559"/>
            <a:ext cx="914476" cy="2771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个单例</a:t>
            </a:r>
            <a:endParaRPr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571500" y="1996383"/>
            <a:ext cx="540543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表现层</a:t>
            </a:r>
            <a:r>
              <a:rPr lang="en-US" altLang="zh-CN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资源层各管一摊，五个</a:t>
            </a:r>
            <a:r>
              <a:rPr lang="en-US" altLang="zh-CN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Autoload </a:t>
            </a:r>
            <a:r>
              <a:rPr lang="zh-CN" altLang="en-US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各司其职</a:t>
            </a:r>
            <a:endParaRPr lang="zh-CN" altLang="en-US"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6090920" y="1447800"/>
            <a:ext cx="9525" cy="822325"/>
          </a:xfrm>
          <a:prstGeom prst="rect">
            <a:avLst/>
          </a:prstGeom>
          <a:solidFill>
            <a:schemeClr val="bg2">
              <a:lumMod val="0"/>
              <a:lumOff val="100000"/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12"/>
            </p:custDataLst>
          </p:nvPr>
        </p:nvSpPr>
        <p:spPr>
          <a:xfrm>
            <a:off x="6214745" y="1447800"/>
            <a:ext cx="2645410" cy="822325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6329363" y="1524000"/>
            <a:ext cx="241696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隐藏结局关键</a:t>
            </a:r>
            <a:endParaRPr sz="135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6329363" y="1708709"/>
            <a:ext cx="241696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Dialogue</a:t>
            </a:r>
            <a:r>
              <a:rPr lang="zh-CN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恒跳过记录</a:t>
            </a:r>
            <a:endParaRPr lang="zh-CN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6329363" y="1973837"/>
            <a:ext cx="241696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全程未跳过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16"/>
            </p:custDataLst>
          </p:nvPr>
        </p:nvSpPr>
        <p:spPr>
          <a:xfrm>
            <a:off x="8974455" y="1447800"/>
            <a:ext cx="2646045" cy="822325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9089231" y="1524000"/>
            <a:ext cx="241696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音轨纪律</a:t>
            </a:r>
            <a:endParaRPr sz="135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9089231" y="1708709"/>
            <a:ext cx="241696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Music</a:t>
            </a:r>
            <a:r>
              <a:rPr lang="zh-CN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三轨互斥</a:t>
            </a:r>
            <a:endParaRPr lang="zh-CN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9089231" y="1973837"/>
            <a:ext cx="241696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绝不叠音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71500" y="2498725"/>
            <a:ext cx="5328920" cy="390525"/>
            <a:chOff x="900" y="3935"/>
            <a:chExt cx="8392" cy="615"/>
          </a:xfrm>
        </p:grpSpPr>
        <p:sp>
          <p:nvSpPr>
            <p:cNvPr id="21" name="任意多边形 20"/>
            <p:cNvSpPr/>
            <p:nvPr>
              <p:custDataLst>
                <p:tags r:id="rId20"/>
              </p:custDataLst>
            </p:nvPr>
          </p:nvSpPr>
          <p:spPr>
            <a:xfrm>
              <a:off x="900" y="3935"/>
              <a:ext cx="8392" cy="615"/>
            </a:xfrm>
            <a:custGeom>
              <a:avLst/>
              <a:gdLst>
                <a:gd name="sw" fmla="*/ 1 w 8392"/>
                <a:gd name="sh" fmla="*/ 1 h 614"/>
                <a:gd name="mins" fmla="min sw sh"/>
                <a:gd name="dsw" fmla="+- 0 sw mins"/>
                <a:gd name="dsh" fmla="+- 0 sh mins"/>
                <a:gd name="p0x0" fmla="*/ 0 w 8392"/>
                <a:gd name="p0y0" fmla="*/ 0 h 614"/>
                <a:gd name="p0x1" fmla="*/ 8392 w 8392"/>
                <a:gd name="p0y1" fmla="*/ 0 h 614"/>
                <a:gd name="p0x2" fmla="*/ 8392 w 8392"/>
                <a:gd name="p0y2" fmla="*/ 614 h 614"/>
                <a:gd name="p0x3" fmla="*/ 0 w 8392"/>
                <a:gd name="p0y3" fmla="*/ 614 h 614"/>
                <a:gd name="p0x4" fmla="*/ 0 w 8392"/>
                <a:gd name="p0y4" fmla="*/ 0 h 61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>
              <p:custDataLst>
                <p:tags r:id="rId21"/>
              </p:custDataLst>
            </p:nvPr>
          </p:nvSpPr>
          <p:spPr>
            <a:xfrm>
              <a:off x="900" y="4520"/>
              <a:ext cx="8392" cy="30"/>
            </a:xfrm>
            <a:custGeom>
              <a:avLst/>
              <a:gdLst>
                <a:gd name="sw" fmla="*/ 1 w 8392"/>
                <a:gd name="sh" fmla="*/ 1 h 30"/>
                <a:gd name="mins" fmla="min sw sh"/>
                <a:gd name="dsw" fmla="+- 0 sw mins"/>
                <a:gd name="dsh" fmla="+- 0 sh mins"/>
                <a:gd name="p0x0" fmla="*/ 8392 w 8392"/>
                <a:gd name="p0y0" fmla="*/ 30 h 30"/>
                <a:gd name="p0x1" fmla="*/ 0 w 8392"/>
                <a:gd name="p0y1" fmla="*/ 30 h 30"/>
                <a:gd name="p0x2" fmla="*/ 0 w 8392"/>
                <a:gd name="p0y2" fmla="*/ 0 h 30"/>
                <a:gd name="p0x3" fmla="*/ 8392 w 8392"/>
                <a:gd name="p0y3" fmla="*/ 0 h 30"/>
                <a:gd name="p0x4" fmla="*/ 8392 w 8392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4" name="矩形 23"/>
          <p:cNvSpPr/>
          <p:nvPr>
            <p:custDataLst>
              <p:tags r:id="rId22"/>
            </p:custDataLst>
          </p:nvPr>
        </p:nvSpPr>
        <p:spPr>
          <a:xfrm>
            <a:off x="571500" y="2532380"/>
            <a:ext cx="266700" cy="266700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628650" y="2589530"/>
            <a:ext cx="152400" cy="15240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26"/>
            </p:custDataLst>
          </p:nvPr>
        </p:nvSpPr>
        <p:spPr>
          <a:xfrm>
            <a:off x="914400" y="248314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分层架构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>
            <p:custDataLst>
              <p:tags r:id="rId27"/>
            </p:custDataLst>
          </p:nvPr>
        </p:nvSpPr>
        <p:spPr>
          <a:xfrm>
            <a:off x="575945" y="3008630"/>
            <a:ext cx="5320030" cy="4445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8"/>
            </p:custDataLst>
          </p:nvPr>
        </p:nvSpPr>
        <p:spPr>
          <a:xfrm>
            <a:off x="657225" y="318325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30 w 150"/>
              <a:gd name="p0y0" fmla="*/ 0 h 150"/>
              <a:gd name="p0x1" fmla="*/ 120 w 150"/>
              <a:gd name="p0y1" fmla="*/ 0 h 150"/>
              <a:gd name="p0x2" fmla="*/ 136 w 150"/>
              <a:gd name="p0y2" fmla="*/ 0 h 150"/>
              <a:gd name="p0x3" fmla="*/ 150 w 150"/>
              <a:gd name="p0y3" fmla="*/ 13 h 150"/>
              <a:gd name="p0x4" fmla="*/ 150 w 150"/>
              <a:gd name="p0y4" fmla="*/ 30 h 150"/>
              <a:gd name="p0x5" fmla="*/ 150 w 150"/>
              <a:gd name="p0y5" fmla="*/ 120 h 150"/>
              <a:gd name="p0x6" fmla="*/ 150 w 150"/>
              <a:gd name="p0y6" fmla="*/ 136 h 150"/>
              <a:gd name="p0x7" fmla="*/ 136 w 150"/>
              <a:gd name="p0y7" fmla="*/ 150 h 150"/>
              <a:gd name="p0x8" fmla="*/ 120 w 150"/>
              <a:gd name="p0y8" fmla="*/ 150 h 150"/>
              <a:gd name="p0x9" fmla="*/ 30 w 150"/>
              <a:gd name="p0y9" fmla="*/ 150 h 150"/>
              <a:gd name="p0x10" fmla="*/ 13 w 150"/>
              <a:gd name="p0y10" fmla="*/ 150 h 150"/>
              <a:gd name="p0x11" fmla="*/ 0 w 150"/>
              <a:gd name="p0y11" fmla="*/ 136 h 150"/>
              <a:gd name="p0x12" fmla="*/ 0 w 150"/>
              <a:gd name="p0y12" fmla="*/ 120 h 150"/>
              <a:gd name="p0x13" fmla="*/ 0 w 150"/>
              <a:gd name="p0y13" fmla="*/ 30 h 150"/>
              <a:gd name="p0x14" fmla="*/ 0 w 150"/>
              <a:gd name="p0y14" fmla="*/ 13 h 150"/>
              <a:gd name="p0x15" fmla="*/ 13 w 150"/>
              <a:gd name="p0y15" fmla="*/ 0 h 150"/>
              <a:gd name="p0x16" fmla="*/ 30 w 150"/>
              <a:gd name="p0y16" fmla="*/ 0 h 1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9"/>
            </p:custDataLst>
          </p:nvPr>
        </p:nvSpPr>
        <p:spPr>
          <a:xfrm>
            <a:off x="828675" y="3002451"/>
            <a:ext cx="246481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表现层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828675" y="3246291"/>
            <a:ext cx="2769613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Scenes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HUD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Dialogue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Menus</a:t>
            </a:r>
            <a:endParaRPr lang="en-US" altLang="zh-CN" sz="12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/>
          <p:nvPr>
            <p:custDataLst>
              <p:tags r:id="rId31"/>
            </p:custDataLst>
          </p:nvPr>
        </p:nvSpPr>
        <p:spPr>
          <a:xfrm>
            <a:off x="575945" y="3500755"/>
            <a:ext cx="5320030" cy="443865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2"/>
            </p:custDataLst>
          </p:nvPr>
        </p:nvSpPr>
        <p:spPr>
          <a:xfrm>
            <a:off x="657225" y="367474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30 w 150"/>
              <a:gd name="p0y0" fmla="*/ 0 h 150"/>
              <a:gd name="p0x1" fmla="*/ 120 w 150"/>
              <a:gd name="p0y1" fmla="*/ 0 h 150"/>
              <a:gd name="p0x2" fmla="*/ 136 w 150"/>
              <a:gd name="p0y2" fmla="*/ 0 h 150"/>
              <a:gd name="p0x3" fmla="*/ 150 w 150"/>
              <a:gd name="p0y3" fmla="*/ 13 h 150"/>
              <a:gd name="p0x4" fmla="*/ 150 w 150"/>
              <a:gd name="p0y4" fmla="*/ 30 h 150"/>
              <a:gd name="p0x5" fmla="*/ 150 w 150"/>
              <a:gd name="p0y5" fmla="*/ 120 h 150"/>
              <a:gd name="p0x6" fmla="*/ 150 w 150"/>
              <a:gd name="p0y6" fmla="*/ 136 h 150"/>
              <a:gd name="p0x7" fmla="*/ 136 w 150"/>
              <a:gd name="p0y7" fmla="*/ 150 h 150"/>
              <a:gd name="p0x8" fmla="*/ 120 w 150"/>
              <a:gd name="p0y8" fmla="*/ 150 h 150"/>
              <a:gd name="p0x9" fmla="*/ 30 w 150"/>
              <a:gd name="p0y9" fmla="*/ 150 h 150"/>
              <a:gd name="p0x10" fmla="*/ 13 w 150"/>
              <a:gd name="p0y10" fmla="*/ 150 h 150"/>
              <a:gd name="p0x11" fmla="*/ 0 w 150"/>
              <a:gd name="p0y11" fmla="*/ 136 h 150"/>
              <a:gd name="p0x12" fmla="*/ 0 w 150"/>
              <a:gd name="p0y12" fmla="*/ 120 h 150"/>
              <a:gd name="p0x13" fmla="*/ 0 w 150"/>
              <a:gd name="p0y13" fmla="*/ 30 h 150"/>
              <a:gd name="p0x14" fmla="*/ 0 w 150"/>
              <a:gd name="p0y14" fmla="*/ 13 h 150"/>
              <a:gd name="p0x15" fmla="*/ 13 w 150"/>
              <a:gd name="p0y15" fmla="*/ 0 h 150"/>
              <a:gd name="p0x16" fmla="*/ 30 w 150"/>
              <a:gd name="p0y16" fmla="*/ 0 h 1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3"/>
            </p:custDataLst>
          </p:nvPr>
        </p:nvSpPr>
        <p:spPr>
          <a:xfrm>
            <a:off x="828675" y="3494332"/>
            <a:ext cx="165965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全局单例</a:t>
            </a:r>
            <a:endParaRPr sz="15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4"/>
            </p:custDataLst>
          </p:nvPr>
        </p:nvSpPr>
        <p:spPr>
          <a:xfrm>
            <a:off x="828675" y="3738172"/>
            <a:ext cx="181205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Autoload 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各管一域</a:t>
            </a:r>
            <a:endParaRPr lang="zh-CN" altLang="en-US" sz="12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/>
          <p:nvPr>
            <p:custDataLst>
              <p:tags r:id="rId35"/>
            </p:custDataLst>
          </p:nvPr>
        </p:nvSpPr>
        <p:spPr>
          <a:xfrm>
            <a:off x="575945" y="3992245"/>
            <a:ext cx="5320030" cy="4445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6"/>
            </p:custDataLst>
          </p:nvPr>
        </p:nvSpPr>
        <p:spPr>
          <a:xfrm>
            <a:off x="657225" y="416687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30 w 150"/>
              <a:gd name="p0y0" fmla="*/ 0 h 150"/>
              <a:gd name="p0x1" fmla="*/ 120 w 150"/>
              <a:gd name="p0y1" fmla="*/ 0 h 150"/>
              <a:gd name="p0x2" fmla="*/ 136 w 150"/>
              <a:gd name="p0y2" fmla="*/ 0 h 150"/>
              <a:gd name="p0x3" fmla="*/ 150 w 150"/>
              <a:gd name="p0y3" fmla="*/ 13 h 150"/>
              <a:gd name="p0x4" fmla="*/ 150 w 150"/>
              <a:gd name="p0y4" fmla="*/ 30 h 150"/>
              <a:gd name="p0x5" fmla="*/ 150 w 150"/>
              <a:gd name="p0y5" fmla="*/ 120 h 150"/>
              <a:gd name="p0x6" fmla="*/ 150 w 150"/>
              <a:gd name="p0y6" fmla="*/ 136 h 150"/>
              <a:gd name="p0x7" fmla="*/ 136 w 150"/>
              <a:gd name="p0y7" fmla="*/ 150 h 150"/>
              <a:gd name="p0x8" fmla="*/ 120 w 150"/>
              <a:gd name="p0y8" fmla="*/ 150 h 150"/>
              <a:gd name="p0x9" fmla="*/ 30 w 150"/>
              <a:gd name="p0y9" fmla="*/ 150 h 150"/>
              <a:gd name="p0x10" fmla="*/ 13 w 150"/>
              <a:gd name="p0y10" fmla="*/ 150 h 150"/>
              <a:gd name="p0x11" fmla="*/ 0 w 150"/>
              <a:gd name="p0y11" fmla="*/ 136 h 150"/>
              <a:gd name="p0x12" fmla="*/ 0 w 150"/>
              <a:gd name="p0y12" fmla="*/ 120 h 150"/>
              <a:gd name="p0x13" fmla="*/ 0 w 150"/>
              <a:gd name="p0y13" fmla="*/ 30 h 150"/>
              <a:gd name="p0x14" fmla="*/ 0 w 150"/>
              <a:gd name="p0y14" fmla="*/ 13 h 150"/>
              <a:gd name="p0x15" fmla="*/ 13 w 150"/>
              <a:gd name="p0y15" fmla="*/ 0 h 150"/>
              <a:gd name="p0x16" fmla="*/ 30 w 150"/>
              <a:gd name="p0y16" fmla="*/ 0 h 1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7"/>
            </p:custDataLst>
          </p:nvPr>
        </p:nvSpPr>
        <p:spPr>
          <a:xfrm>
            <a:off x="828675" y="3986203"/>
            <a:ext cx="378276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玩法实体</a:t>
            </a:r>
            <a:endParaRPr sz="1500" b="1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8"/>
            </p:custDataLst>
          </p:nvPr>
        </p:nvSpPr>
        <p:spPr>
          <a:xfrm>
            <a:off x="828675" y="4230043"/>
            <a:ext cx="4087568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Player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Shadow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Enemy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Lantern Fox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Light Door</a:t>
            </a:r>
            <a:endParaRPr lang="en-US" altLang="zh-CN" sz="12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/>
          <p:nvPr>
            <p:custDataLst>
              <p:tags r:id="rId39"/>
            </p:custDataLst>
          </p:nvPr>
        </p:nvSpPr>
        <p:spPr>
          <a:xfrm>
            <a:off x="575945" y="4484370"/>
            <a:ext cx="5320030" cy="443865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40"/>
            </p:custDataLst>
          </p:nvPr>
        </p:nvSpPr>
        <p:spPr>
          <a:xfrm>
            <a:off x="657225" y="465899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30 w 150"/>
              <a:gd name="p0y0" fmla="*/ 0 h 150"/>
              <a:gd name="p0x1" fmla="*/ 120 w 150"/>
              <a:gd name="p0y1" fmla="*/ 0 h 150"/>
              <a:gd name="p0x2" fmla="*/ 136 w 150"/>
              <a:gd name="p0y2" fmla="*/ 0 h 150"/>
              <a:gd name="p0x3" fmla="*/ 150 w 150"/>
              <a:gd name="p0y3" fmla="*/ 13 h 150"/>
              <a:gd name="p0x4" fmla="*/ 150 w 150"/>
              <a:gd name="p0y4" fmla="*/ 30 h 150"/>
              <a:gd name="p0x5" fmla="*/ 150 w 150"/>
              <a:gd name="p0y5" fmla="*/ 120 h 150"/>
              <a:gd name="p0x6" fmla="*/ 150 w 150"/>
              <a:gd name="p0y6" fmla="*/ 136 h 150"/>
              <a:gd name="p0x7" fmla="*/ 136 w 150"/>
              <a:gd name="p0y7" fmla="*/ 150 h 150"/>
              <a:gd name="p0x8" fmla="*/ 120 w 150"/>
              <a:gd name="p0y8" fmla="*/ 150 h 150"/>
              <a:gd name="p0x9" fmla="*/ 30 w 150"/>
              <a:gd name="p0y9" fmla="*/ 150 h 150"/>
              <a:gd name="p0x10" fmla="*/ 13 w 150"/>
              <a:gd name="p0y10" fmla="*/ 150 h 150"/>
              <a:gd name="p0x11" fmla="*/ 0 w 150"/>
              <a:gd name="p0y11" fmla="*/ 136 h 150"/>
              <a:gd name="p0x12" fmla="*/ 0 w 150"/>
              <a:gd name="p0y12" fmla="*/ 120 h 150"/>
              <a:gd name="p0x13" fmla="*/ 0 w 150"/>
              <a:gd name="p0y13" fmla="*/ 30 h 150"/>
              <a:gd name="p0x14" fmla="*/ 0 w 150"/>
              <a:gd name="p0y14" fmla="*/ 13 h 150"/>
              <a:gd name="p0x15" fmla="*/ 13 w 150"/>
              <a:gd name="p0y15" fmla="*/ 0 h 150"/>
              <a:gd name="p0x16" fmla="*/ 30 w 150"/>
              <a:gd name="p0y16" fmla="*/ 0 h 1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1"/>
            </p:custDataLst>
          </p:nvPr>
        </p:nvSpPr>
        <p:spPr>
          <a:xfrm>
            <a:off x="828675" y="4478084"/>
            <a:ext cx="372345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5"/>
                </a:solidFill>
                <a:latin typeface="微软雅黑" panose="020B0503020204020204" charset="-122"/>
                <a:ea typeface="微软雅黑" panose="020B0503020204020204" charset="-122"/>
              </a:rPr>
              <a:t>关卡生成</a:t>
            </a:r>
            <a:endParaRPr sz="15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2"/>
            </p:custDataLst>
          </p:nvPr>
        </p:nvSpPr>
        <p:spPr>
          <a:xfrm>
            <a:off x="828675" y="4721923"/>
            <a:ext cx="402825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Level Controller</a:t>
            </a:r>
            <a:r>
              <a:rPr 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、跳跃可达约束、视差背景、氛围色调</a:t>
            </a:r>
            <a:endParaRPr lang="zh-CN" sz="12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/>
          <p:nvPr>
            <p:custDataLst>
              <p:tags r:id="rId43"/>
            </p:custDataLst>
          </p:nvPr>
        </p:nvSpPr>
        <p:spPr>
          <a:xfrm>
            <a:off x="575945" y="4975860"/>
            <a:ext cx="5320030" cy="4445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44"/>
            </p:custDataLst>
          </p:nvPr>
        </p:nvSpPr>
        <p:spPr>
          <a:xfrm>
            <a:off x="657225" y="515048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30 w 150"/>
              <a:gd name="p0y0" fmla="*/ 0 h 150"/>
              <a:gd name="p0x1" fmla="*/ 120 w 150"/>
              <a:gd name="p0y1" fmla="*/ 0 h 150"/>
              <a:gd name="p0x2" fmla="*/ 136 w 150"/>
              <a:gd name="p0y2" fmla="*/ 0 h 150"/>
              <a:gd name="p0x3" fmla="*/ 150 w 150"/>
              <a:gd name="p0y3" fmla="*/ 13 h 150"/>
              <a:gd name="p0x4" fmla="*/ 150 w 150"/>
              <a:gd name="p0y4" fmla="*/ 30 h 150"/>
              <a:gd name="p0x5" fmla="*/ 150 w 150"/>
              <a:gd name="p0y5" fmla="*/ 120 h 150"/>
              <a:gd name="p0x6" fmla="*/ 150 w 150"/>
              <a:gd name="p0y6" fmla="*/ 136 h 150"/>
              <a:gd name="p0x7" fmla="*/ 136 w 150"/>
              <a:gd name="p0y7" fmla="*/ 150 h 150"/>
              <a:gd name="p0x8" fmla="*/ 120 w 150"/>
              <a:gd name="p0y8" fmla="*/ 150 h 150"/>
              <a:gd name="p0x9" fmla="*/ 30 w 150"/>
              <a:gd name="p0y9" fmla="*/ 150 h 150"/>
              <a:gd name="p0x10" fmla="*/ 13 w 150"/>
              <a:gd name="p0y10" fmla="*/ 150 h 150"/>
              <a:gd name="p0x11" fmla="*/ 0 w 150"/>
              <a:gd name="p0y11" fmla="*/ 136 h 150"/>
              <a:gd name="p0x12" fmla="*/ 0 w 150"/>
              <a:gd name="p0y12" fmla="*/ 120 h 150"/>
              <a:gd name="p0x13" fmla="*/ 0 w 150"/>
              <a:gd name="p0y13" fmla="*/ 30 h 150"/>
              <a:gd name="p0x14" fmla="*/ 0 w 150"/>
              <a:gd name="p0y14" fmla="*/ 13 h 150"/>
              <a:gd name="p0x15" fmla="*/ 13 w 150"/>
              <a:gd name="p0y15" fmla="*/ 0 h 150"/>
              <a:gd name="p0x16" fmla="*/ 30 w 150"/>
              <a:gd name="p0y16" fmla="*/ 0 h 1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45"/>
            </p:custDataLst>
          </p:nvPr>
        </p:nvSpPr>
        <p:spPr>
          <a:xfrm>
            <a:off x="828675" y="4969964"/>
            <a:ext cx="397021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资源层</a:t>
            </a:r>
            <a:endParaRPr sz="15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6"/>
            </p:custDataLst>
          </p:nvPr>
        </p:nvSpPr>
        <p:spPr>
          <a:xfrm>
            <a:off x="828675" y="5213804"/>
            <a:ext cx="4275010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WAV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三轨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BGM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OGV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开场视频、精灵图、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story_data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对白</a:t>
            </a:r>
            <a:endParaRPr lang="zh-CN" altLang="en-US" sz="12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/>
          <p:nvPr>
            <p:custDataLst>
              <p:tags r:id="rId47"/>
            </p:custDataLst>
          </p:nvPr>
        </p:nvSpPr>
        <p:spPr>
          <a:xfrm>
            <a:off x="6090920" y="2498725"/>
            <a:ext cx="9525" cy="2926715"/>
          </a:xfrm>
          <a:prstGeom prst="rect">
            <a:avLst/>
          </a:prstGeom>
          <a:solidFill>
            <a:schemeClr val="bg2">
              <a:lumMod val="0"/>
              <a:lumOff val="100000"/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7" name="组合 76"/>
          <p:cNvGrpSpPr/>
          <p:nvPr/>
        </p:nvGrpSpPr>
        <p:grpSpPr>
          <a:xfrm>
            <a:off x="6290945" y="2498725"/>
            <a:ext cx="5328920" cy="390525"/>
            <a:chOff x="9907" y="3935"/>
            <a:chExt cx="8392" cy="615"/>
          </a:xfrm>
        </p:grpSpPr>
        <p:sp>
          <p:nvSpPr>
            <p:cNvPr id="49" name="任意多边形 48"/>
            <p:cNvSpPr/>
            <p:nvPr>
              <p:custDataLst>
                <p:tags r:id="rId48"/>
              </p:custDataLst>
            </p:nvPr>
          </p:nvSpPr>
          <p:spPr>
            <a:xfrm>
              <a:off x="9907" y="3935"/>
              <a:ext cx="8393" cy="615"/>
            </a:xfrm>
            <a:custGeom>
              <a:avLst/>
              <a:gdLst>
                <a:gd name="sw" fmla="*/ 1 w 8392"/>
                <a:gd name="sh" fmla="*/ 1 h 614"/>
                <a:gd name="mins" fmla="min sw sh"/>
                <a:gd name="dsw" fmla="+- 0 sw mins"/>
                <a:gd name="dsh" fmla="+- 0 sh mins"/>
                <a:gd name="p0x0" fmla="*/ 0 w 8392"/>
                <a:gd name="p0y0" fmla="*/ 0 h 614"/>
                <a:gd name="p0x1" fmla="*/ 8392 w 8392"/>
                <a:gd name="p0y1" fmla="*/ 0 h 614"/>
                <a:gd name="p0x2" fmla="*/ 8392 w 8392"/>
                <a:gd name="p0y2" fmla="*/ 614 h 614"/>
                <a:gd name="p0x3" fmla="*/ 0 w 8392"/>
                <a:gd name="p0y3" fmla="*/ 614 h 614"/>
                <a:gd name="p0x4" fmla="*/ 0 w 8392"/>
                <a:gd name="p0y4" fmla="*/ 0 h 61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>
              <p:custDataLst>
                <p:tags r:id="rId49"/>
              </p:custDataLst>
            </p:nvPr>
          </p:nvSpPr>
          <p:spPr>
            <a:xfrm>
              <a:off x="9907" y="4520"/>
              <a:ext cx="8393" cy="30"/>
            </a:xfrm>
            <a:custGeom>
              <a:avLst/>
              <a:gdLst>
                <a:gd name="sw" fmla="*/ 1 w 8392"/>
                <a:gd name="sh" fmla="*/ 1 h 30"/>
                <a:gd name="mins" fmla="min sw sh"/>
                <a:gd name="dsw" fmla="+- 0 sw mins"/>
                <a:gd name="dsh" fmla="+- 0 sh mins"/>
                <a:gd name="p0x0" fmla="*/ 8392 w 8392"/>
                <a:gd name="p0y0" fmla="*/ 30 h 30"/>
                <a:gd name="p0x1" fmla="*/ 0 w 8392"/>
                <a:gd name="p0y1" fmla="*/ 30 h 30"/>
                <a:gd name="p0x2" fmla="*/ 0 w 8392"/>
                <a:gd name="p0y2" fmla="*/ 0 h 30"/>
                <a:gd name="p0x3" fmla="*/ 8392 w 8392"/>
                <a:gd name="p0y3" fmla="*/ 0 h 30"/>
                <a:gd name="p0x4" fmla="*/ 8392 w 8392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2" name="矩形 51"/>
          <p:cNvSpPr/>
          <p:nvPr>
            <p:custDataLst>
              <p:tags r:id="rId50"/>
            </p:custDataLst>
          </p:nvPr>
        </p:nvSpPr>
        <p:spPr>
          <a:xfrm>
            <a:off x="6290945" y="2532380"/>
            <a:ext cx="266700" cy="266700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>
          <a:xfrm>
            <a:off x="6329045" y="2589530"/>
            <a:ext cx="190500" cy="152400"/>
          </a:xfrm>
          <a:prstGeom prst="rect">
            <a:avLst/>
          </a:prstGeom>
        </p:spPr>
      </p:pic>
      <p:sp>
        <p:nvSpPr>
          <p:cNvPr id="55" name="文本框 54"/>
          <p:cNvSpPr txBox="1"/>
          <p:nvPr>
            <p:custDataLst>
              <p:tags r:id="rId54"/>
            </p:custDataLst>
          </p:nvPr>
        </p:nvSpPr>
        <p:spPr>
          <a:xfrm>
            <a:off x="6634163" y="2483148"/>
            <a:ext cx="207629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Autoload </a:t>
            </a:r>
            <a:r>
              <a:rPr lang="zh-CN"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职责</a:t>
            </a:r>
            <a:endParaRPr lang="zh-CN"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/>
          <p:nvPr>
            <p:custDataLst>
              <p:tags r:id="rId55"/>
            </p:custDataLst>
          </p:nvPr>
        </p:nvSpPr>
        <p:spPr>
          <a:xfrm>
            <a:off x="6296025" y="3008630"/>
            <a:ext cx="5319395" cy="4445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56"/>
            </p:custDataLst>
          </p:nvPr>
        </p:nvSpPr>
        <p:spPr>
          <a:xfrm>
            <a:off x="6376988" y="3037503"/>
            <a:ext cx="515778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GameManager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57"/>
            </p:custDataLst>
          </p:nvPr>
        </p:nvSpPr>
        <p:spPr>
          <a:xfrm>
            <a:off x="6376988" y="3281344"/>
            <a:ext cx="5157788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MENU/PLAYING/PAUSED/DEAD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、存档、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HUD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、暂停与通关</a:t>
            </a:r>
            <a:endParaRPr lang="zh-CN" altLang="en-US" sz="12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58"/>
          <p:cNvSpPr/>
          <p:nvPr>
            <p:custDataLst>
              <p:tags r:id="rId58"/>
            </p:custDataLst>
          </p:nvPr>
        </p:nvSpPr>
        <p:spPr>
          <a:xfrm>
            <a:off x="6296025" y="3500755"/>
            <a:ext cx="5319395" cy="443865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>
            <p:custDataLst>
              <p:tags r:id="rId59"/>
            </p:custDataLst>
          </p:nvPr>
        </p:nvSpPr>
        <p:spPr>
          <a:xfrm>
            <a:off x="6376988" y="3529384"/>
            <a:ext cx="515778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LevelManager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60"/>
            </p:custDataLst>
          </p:nvPr>
        </p:nvSpPr>
        <p:spPr>
          <a:xfrm>
            <a:off x="6376988" y="3773224"/>
            <a:ext cx="5157788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切关与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level_id 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广播</a:t>
            </a:r>
            <a:endParaRPr lang="zh-CN" altLang="en-US" sz="12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/>
          <p:nvPr>
            <p:custDataLst>
              <p:tags r:id="rId61"/>
            </p:custDataLst>
          </p:nvPr>
        </p:nvSpPr>
        <p:spPr>
          <a:xfrm>
            <a:off x="6296025" y="3992245"/>
            <a:ext cx="5319395" cy="4445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>
            <p:custDataLst>
              <p:tags r:id="rId62"/>
            </p:custDataLst>
          </p:nvPr>
        </p:nvSpPr>
        <p:spPr>
          <a:xfrm>
            <a:off x="6376988" y="4021255"/>
            <a:ext cx="515778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DialogueManager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63"/>
            </p:custDataLst>
          </p:nvPr>
        </p:nvSpPr>
        <p:spPr>
          <a:xfrm>
            <a:off x="6376988" y="4265095"/>
            <a:ext cx="3200552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对白队列、跳过记录；</a:t>
            </a:r>
            <a:r>
              <a:rPr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隐藏结局依赖从未跳过</a:t>
            </a:r>
            <a:endParaRPr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矩形 64"/>
          <p:cNvSpPr/>
          <p:nvPr>
            <p:custDataLst>
              <p:tags r:id="rId64"/>
            </p:custDataLst>
          </p:nvPr>
        </p:nvSpPr>
        <p:spPr>
          <a:xfrm>
            <a:off x="6296025" y="4484370"/>
            <a:ext cx="5319395" cy="443865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>
            <p:custDataLst>
              <p:tags r:id="rId65"/>
            </p:custDataLst>
          </p:nvPr>
        </p:nvSpPr>
        <p:spPr>
          <a:xfrm>
            <a:off x="6376988" y="4513135"/>
            <a:ext cx="515778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MusicManager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66"/>
            </p:custDataLst>
          </p:nvPr>
        </p:nvSpPr>
        <p:spPr>
          <a:xfrm>
            <a:off x="6376988" y="4756976"/>
            <a:ext cx="1996383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主界面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关卡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结局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三轨互斥</a:t>
            </a:r>
            <a:endParaRPr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矩形 67"/>
          <p:cNvSpPr/>
          <p:nvPr>
            <p:custDataLst>
              <p:tags r:id="rId67"/>
            </p:custDataLst>
          </p:nvPr>
        </p:nvSpPr>
        <p:spPr>
          <a:xfrm>
            <a:off x="6296025" y="4975860"/>
            <a:ext cx="5319395" cy="4445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>
            <p:custDataLst>
              <p:tags r:id="rId68"/>
            </p:custDataLst>
          </p:nvPr>
        </p:nvSpPr>
        <p:spPr>
          <a:xfrm>
            <a:off x="6376988" y="5005016"/>
            <a:ext cx="515778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SfxManager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69"/>
            </p:custDataLst>
          </p:nvPr>
        </p:nvSpPr>
        <p:spPr>
          <a:xfrm>
            <a:off x="6376988" y="5248856"/>
            <a:ext cx="5157788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无素材时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程序化生成</a:t>
            </a:r>
            <a:r>
              <a:rPr 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跳跃、攻击、受击、关卡、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</a:t>
            </a:r>
            <a:endParaRPr lang="zh-CN" altLang="en-US" sz="12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任意多边形 70"/>
          <p:cNvSpPr/>
          <p:nvPr>
            <p:custDataLst>
              <p:tags r:id="rId70"/>
            </p:custDataLst>
          </p:nvPr>
        </p:nvSpPr>
        <p:spPr>
          <a:xfrm>
            <a:off x="571500" y="5654040"/>
            <a:ext cx="11049000" cy="822960"/>
          </a:xfrm>
          <a:custGeom>
            <a:avLst/>
            <a:gdLst>
              <a:gd name="sw" fmla="*/ 1 w 17400"/>
              <a:gd name="sh" fmla="*/ 1 h 1295"/>
              <a:gd name="mins" fmla="min sw sh"/>
              <a:gd name="dsw" fmla="+- 0 sw mins"/>
              <a:gd name="dsh" fmla="+- 0 sh mins"/>
              <a:gd name="p0x0" fmla="*/ 60 w 17400"/>
              <a:gd name="p0y0" fmla="*/ 0 h 1295"/>
              <a:gd name="p0x1" fmla="*/ 17340 w 17400"/>
              <a:gd name="p0y1" fmla="*/ 0 h 1295"/>
              <a:gd name="p0x2" fmla="*/ 17373 w 17400"/>
              <a:gd name="p0y2" fmla="*/ 0 h 1295"/>
              <a:gd name="p0x3" fmla="*/ 17400 w 17400"/>
              <a:gd name="p0y3" fmla="*/ 26 h 1295"/>
              <a:gd name="p0x4" fmla="*/ 17400 w 17400"/>
              <a:gd name="p0y4" fmla="*/ 60 h 1295"/>
              <a:gd name="p0x5" fmla="*/ 17400 w 17400"/>
              <a:gd name="p0y5" fmla="*/ 1235 h 1295"/>
              <a:gd name="p0x6" fmla="*/ 17400 w 17400"/>
              <a:gd name="p0y6" fmla="*/ 1269 h 1295"/>
              <a:gd name="p0x7" fmla="*/ 17373 w 17400"/>
              <a:gd name="p0y7" fmla="*/ 1295 h 1295"/>
              <a:gd name="p0x8" fmla="*/ 17340 w 17400"/>
              <a:gd name="p0y8" fmla="*/ 1295 h 1295"/>
              <a:gd name="p0x9" fmla="*/ 60 w 17400"/>
              <a:gd name="p0y9" fmla="*/ 1295 h 1295"/>
              <a:gd name="p0x10" fmla="*/ 26 w 17400"/>
              <a:gd name="p0y10" fmla="*/ 1295 h 1295"/>
              <a:gd name="p0x11" fmla="*/ 0 w 17400"/>
              <a:gd name="p0y11" fmla="*/ 1269 h 1295"/>
              <a:gd name="p0x12" fmla="*/ 0 w 17400"/>
              <a:gd name="p0y12" fmla="*/ 1235 h 1295"/>
              <a:gd name="p0x13" fmla="*/ 0 w 17400"/>
              <a:gd name="p0y13" fmla="*/ 60 h 1295"/>
              <a:gd name="p0x14" fmla="*/ 0 w 17400"/>
              <a:gd name="p0y14" fmla="*/ 26 h 1295"/>
              <a:gd name="p0x15" fmla="*/ 26 w 17400"/>
              <a:gd name="p0y15" fmla="*/ 0 h 1295"/>
              <a:gd name="p0x16" fmla="*/ 60 w 17400"/>
              <a:gd name="p0y16" fmla="*/ 0 h 1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任意多边形 71"/>
          <p:cNvSpPr/>
          <p:nvPr>
            <p:custDataLst>
              <p:tags r:id="rId71"/>
            </p:custDataLst>
          </p:nvPr>
        </p:nvSpPr>
        <p:spPr>
          <a:xfrm>
            <a:off x="723900" y="58934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3" name="图片 72"/>
          <p:cNvPicPr>
            <a:picLocks noChangeAspect="1"/>
          </p:cNvPicPr>
          <p:nvPr>
            <p:custDataLst>
              <p:tags r:id="rId72"/>
            </p:custDataLst>
          </p:nvPr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790575" y="5955665"/>
            <a:ext cx="209550" cy="213995"/>
          </a:xfrm>
          <a:prstGeom prst="rect">
            <a:avLst/>
          </a:prstGeom>
        </p:spPr>
      </p:pic>
      <p:sp>
        <p:nvSpPr>
          <p:cNvPr id="75" name="文本框 74"/>
          <p:cNvSpPr txBox="1"/>
          <p:nvPr>
            <p:custDataLst>
              <p:tags r:id="rId75"/>
            </p:custDataLst>
          </p:nvPr>
        </p:nvSpPr>
        <p:spPr>
          <a:xfrm>
            <a:off x="1181100" y="5898804"/>
            <a:ext cx="899033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从表现层到资源层各管一摊，最关键是</a:t>
            </a:r>
            <a:r>
              <a:rPr lang="en-US" altLang="zh-CN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DialogueManager 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记跳过记录</a:t>
            </a:r>
            <a:r>
              <a:rPr lang="en-US" altLang="en-US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MusicManager </a:t>
            </a:r>
            <a:r>
              <a:rPr lang="zh-CN" altLang="en-US"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三轨互斥</a:t>
            </a: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5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问题攻坚</a:t>
            </a:r>
            <a:endParaRPr lang="zh-CN" altLang="en-US"/>
          </a:p>
        </p:txBody>
      </p:sp>
      <p:sp>
        <p:nvSpPr>
          <p:cNvPr id="3" name="文本占位符 10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开场视频无法播放</a:t>
            </a:r>
            <a:endParaRPr sz="30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5759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809625" y="13430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76300" y="1404620"/>
            <a:ext cx="209550" cy="21463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266825" y="1331595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难点分析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809625" y="1762125"/>
            <a:ext cx="30416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11"/>
            </p:custDataLst>
          </p:nvPr>
        </p:nvSpPr>
        <p:spPr>
          <a:xfrm>
            <a:off x="809625" y="3490595"/>
            <a:ext cx="3041650" cy="11430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923925" y="3604895"/>
            <a:ext cx="38100" cy="914400"/>
          </a:xfrm>
          <a:custGeom>
            <a:avLst/>
            <a:gdLst>
              <a:gd name="sw" fmla="*/ 1 w 60"/>
              <a:gd name="sh" fmla="*/ 1 h 1440"/>
              <a:gd name="mins" fmla="min sw sh"/>
              <a:gd name="dsw" fmla="+- 0 sw mins"/>
              <a:gd name="dsh" fmla="+- 0 sh mins"/>
              <a:gd name="p0x0" fmla="*/ 30 w 60"/>
              <a:gd name="p0y0" fmla="*/ 0 h 1440"/>
              <a:gd name="p0x1" fmla="*/ 46 w 60"/>
              <a:gd name="p0y1" fmla="*/ 0 h 1440"/>
              <a:gd name="p0x2" fmla="*/ 60 w 60"/>
              <a:gd name="p0y2" fmla="*/ 13 h 1440"/>
              <a:gd name="p0x3" fmla="*/ 60 w 60"/>
              <a:gd name="p0y3" fmla="*/ 30 h 1440"/>
              <a:gd name="p0x4" fmla="*/ 60 w 60"/>
              <a:gd name="p0y4" fmla="*/ 1410 h 1440"/>
              <a:gd name="p0x5" fmla="*/ 60 w 60"/>
              <a:gd name="p0y5" fmla="*/ 1426 h 1440"/>
              <a:gd name="p0x6" fmla="*/ 46 w 60"/>
              <a:gd name="p0y6" fmla="*/ 1440 h 1440"/>
              <a:gd name="p0x7" fmla="*/ 30 w 60"/>
              <a:gd name="p0y7" fmla="*/ 1440 h 1440"/>
              <a:gd name="p0x8" fmla="*/ 13 w 60"/>
              <a:gd name="p0y8" fmla="*/ 1440 h 1440"/>
              <a:gd name="p0x9" fmla="*/ 0 w 60"/>
              <a:gd name="p0y9" fmla="*/ 1426 h 1440"/>
              <a:gd name="p0x10" fmla="*/ 0 w 60"/>
              <a:gd name="p0y10" fmla="*/ 1410 h 1440"/>
              <a:gd name="p0x11" fmla="*/ 0 w 60"/>
              <a:gd name="p0y11" fmla="*/ 30 h 1440"/>
              <a:gd name="p0x12" fmla="*/ 0 w 60"/>
              <a:gd name="p0y12" fmla="*/ 13 h 1440"/>
              <a:gd name="p0x13" fmla="*/ 13 w 60"/>
              <a:gd name="p0y13" fmla="*/ 0 h 1440"/>
              <a:gd name="p0x14" fmla="*/ 30 w 60"/>
              <a:gd name="p0y14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1076325" y="3590925"/>
            <a:ext cx="2616918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-20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素材是 MP4/H.264，Godot 4 原生只吃 Theora/OGV，直接 load 会失败</a:t>
            </a:r>
            <a:endParaRPr lang="zh-CN" altLang="en-US" sz="1500" b="1" spc="-20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434149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5"/>
            </p:custDataLst>
          </p:nvPr>
        </p:nvSpPr>
        <p:spPr>
          <a:xfrm>
            <a:off x="4575175" y="13430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9524" t="-3651" r="-9524" b="-3651"/>
          <a:stretch>
            <a:fillRect/>
          </a:stretch>
        </p:blipFill>
        <p:spPr>
          <a:xfrm>
            <a:off x="4627245" y="1404620"/>
            <a:ext cx="238125" cy="21463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9"/>
            </p:custDataLst>
          </p:nvPr>
        </p:nvSpPr>
        <p:spPr>
          <a:xfrm>
            <a:off x="5032401" y="1331595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20"/>
            </p:custDataLst>
          </p:nvPr>
        </p:nvSpPr>
        <p:spPr>
          <a:xfrm>
            <a:off x="4575175" y="1762125"/>
            <a:ext cx="30416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21"/>
            </p:custDataLst>
          </p:nvPr>
        </p:nvSpPr>
        <p:spPr>
          <a:xfrm>
            <a:off x="4575175" y="2524125"/>
            <a:ext cx="3041650" cy="11430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2"/>
            </p:custDataLst>
          </p:nvPr>
        </p:nvSpPr>
        <p:spPr>
          <a:xfrm>
            <a:off x="4689475" y="2638425"/>
            <a:ext cx="38100" cy="914400"/>
          </a:xfrm>
          <a:custGeom>
            <a:avLst/>
            <a:gdLst>
              <a:gd name="sw" fmla="*/ 1 w 60"/>
              <a:gd name="sh" fmla="*/ 1 h 1440"/>
              <a:gd name="mins" fmla="min sw sh"/>
              <a:gd name="dsw" fmla="+- 0 sw mins"/>
              <a:gd name="dsh" fmla="+- 0 sh mins"/>
              <a:gd name="p0x0" fmla="*/ 30 w 60"/>
              <a:gd name="p0y0" fmla="*/ 0 h 1440"/>
              <a:gd name="p0x1" fmla="*/ 46 w 60"/>
              <a:gd name="p0y1" fmla="*/ 0 h 1440"/>
              <a:gd name="p0x2" fmla="*/ 60 w 60"/>
              <a:gd name="p0y2" fmla="*/ 13 h 1440"/>
              <a:gd name="p0x3" fmla="*/ 60 w 60"/>
              <a:gd name="p0y3" fmla="*/ 30 h 1440"/>
              <a:gd name="p0x4" fmla="*/ 60 w 60"/>
              <a:gd name="p0y4" fmla="*/ 1410 h 1440"/>
              <a:gd name="p0x5" fmla="*/ 60 w 60"/>
              <a:gd name="p0y5" fmla="*/ 1426 h 1440"/>
              <a:gd name="p0x6" fmla="*/ 46 w 60"/>
              <a:gd name="p0y6" fmla="*/ 1440 h 1440"/>
              <a:gd name="p0x7" fmla="*/ 30 w 60"/>
              <a:gd name="p0y7" fmla="*/ 1440 h 1440"/>
              <a:gd name="p0x8" fmla="*/ 13 w 60"/>
              <a:gd name="p0y8" fmla="*/ 1440 h 1440"/>
              <a:gd name="p0x9" fmla="*/ 0 w 60"/>
              <a:gd name="p0y9" fmla="*/ 1426 h 1440"/>
              <a:gd name="p0x10" fmla="*/ 0 w 60"/>
              <a:gd name="p0y10" fmla="*/ 1410 h 1440"/>
              <a:gd name="p0x11" fmla="*/ 0 w 60"/>
              <a:gd name="p0y11" fmla="*/ 30 h 1440"/>
              <a:gd name="p0x12" fmla="*/ 0 w 60"/>
              <a:gd name="p0y12" fmla="*/ 13 h 1440"/>
              <a:gd name="p0x13" fmla="*/ 13 w 60"/>
              <a:gd name="p0y13" fmla="*/ 0 h 1440"/>
              <a:gd name="p0x14" fmla="*/ 30 w 60"/>
              <a:gd name="p0y14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4841901" y="2624138"/>
            <a:ext cx="2128771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lang="en-US" altLang="en-US" sz="1500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ffmpeg 转码 libtheora + libvorbis
→ intro_video.ogv</a:t>
            </a:r>
            <a:endParaRPr lang="zh-CN" altLang="en-US" sz="1500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>
            <p:custDataLst>
              <p:tags r:id="rId24"/>
            </p:custDataLst>
          </p:nvPr>
        </p:nvSpPr>
        <p:spPr>
          <a:xfrm>
            <a:off x="4575175" y="4457700"/>
            <a:ext cx="3041650" cy="11430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5"/>
            </p:custDataLst>
          </p:nvPr>
        </p:nvSpPr>
        <p:spPr>
          <a:xfrm>
            <a:off x="4689475" y="4572000"/>
            <a:ext cx="38100" cy="914400"/>
          </a:xfrm>
          <a:custGeom>
            <a:avLst/>
            <a:gdLst>
              <a:gd name="sw" fmla="*/ 1 w 60"/>
              <a:gd name="sh" fmla="*/ 1 h 1440"/>
              <a:gd name="mins" fmla="min sw sh"/>
              <a:gd name="dsw" fmla="+- 0 sw mins"/>
              <a:gd name="dsh" fmla="+- 0 sh mins"/>
              <a:gd name="p0x0" fmla="*/ 30 w 60"/>
              <a:gd name="p0y0" fmla="*/ 0 h 1440"/>
              <a:gd name="p0x1" fmla="*/ 46 w 60"/>
              <a:gd name="p0y1" fmla="*/ 0 h 1440"/>
              <a:gd name="p0x2" fmla="*/ 60 w 60"/>
              <a:gd name="p0y2" fmla="*/ 13 h 1440"/>
              <a:gd name="p0x3" fmla="*/ 60 w 60"/>
              <a:gd name="p0y3" fmla="*/ 30 h 1440"/>
              <a:gd name="p0x4" fmla="*/ 60 w 60"/>
              <a:gd name="p0y4" fmla="*/ 1410 h 1440"/>
              <a:gd name="p0x5" fmla="*/ 60 w 60"/>
              <a:gd name="p0y5" fmla="*/ 1426 h 1440"/>
              <a:gd name="p0x6" fmla="*/ 46 w 60"/>
              <a:gd name="p0y6" fmla="*/ 1440 h 1440"/>
              <a:gd name="p0x7" fmla="*/ 30 w 60"/>
              <a:gd name="p0y7" fmla="*/ 1440 h 1440"/>
              <a:gd name="p0x8" fmla="*/ 13 w 60"/>
              <a:gd name="p0y8" fmla="*/ 1440 h 1440"/>
              <a:gd name="p0x9" fmla="*/ 0 w 60"/>
              <a:gd name="p0y9" fmla="*/ 1426 h 1440"/>
              <a:gd name="p0x10" fmla="*/ 0 w 60"/>
              <a:gd name="p0y10" fmla="*/ 1410 h 1440"/>
              <a:gd name="p0x11" fmla="*/ 0 w 60"/>
              <a:gd name="p0y11" fmla="*/ 30 h 1440"/>
              <a:gd name="p0x12" fmla="*/ 0 w 60"/>
              <a:gd name="p0y12" fmla="*/ 13 h 1440"/>
              <a:gd name="p0x13" fmla="*/ 13 w 60"/>
              <a:gd name="p0y13" fmla="*/ 0 h 1440"/>
              <a:gd name="p0x14" fmla="*/ 30 w 60"/>
              <a:gd name="p0y14" fmla="*/ 0 h 14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6"/>
            </p:custDataLst>
          </p:nvPr>
        </p:nvSpPr>
        <p:spPr>
          <a:xfrm>
            <a:off x="4841901" y="4557713"/>
            <a:ext cx="26606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VideoStreamPlayer 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全屏播放</a:t>
            </a:r>
            <a:r>
              <a:rPr sz="1500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altLang="en-US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</a:t>
            </a:r>
            <a:r>
              <a:rPr lang="zh-CN" altLang="en-US" sz="1500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后叠旁白，</a:t>
            </a:r>
            <a:r>
              <a:rPr lang="en-US" altLang="zh-CN" sz="1500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Level_01 </a:t>
            </a:r>
            <a:r>
              <a:rPr lang="zh-CN" altLang="en-US" sz="1500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不再重复播</a:t>
            </a:r>
            <a:endParaRPr lang="zh-CN" altLang="en-US" sz="1500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7"/>
            </p:custDataLst>
          </p:nvPr>
        </p:nvSpPr>
        <p:spPr>
          <a:xfrm>
            <a:off x="81070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8"/>
            </p:custDataLst>
          </p:nvPr>
        </p:nvSpPr>
        <p:spPr>
          <a:xfrm>
            <a:off x="8340725" y="13430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60 w 540"/>
              <a:gd name="p0y0" fmla="*/ 0 h 540"/>
              <a:gd name="p0x1" fmla="*/ 480 w 540"/>
              <a:gd name="p0y1" fmla="*/ 0 h 540"/>
              <a:gd name="p0x2" fmla="*/ 513 w 540"/>
              <a:gd name="p0y2" fmla="*/ 0 h 540"/>
              <a:gd name="p0x3" fmla="*/ 540 w 540"/>
              <a:gd name="p0y3" fmla="*/ 26 h 540"/>
              <a:gd name="p0x4" fmla="*/ 540 w 540"/>
              <a:gd name="p0y4" fmla="*/ 60 h 540"/>
              <a:gd name="p0x5" fmla="*/ 540 w 540"/>
              <a:gd name="p0y5" fmla="*/ 480 h 540"/>
              <a:gd name="p0x6" fmla="*/ 540 w 540"/>
              <a:gd name="p0y6" fmla="*/ 513 h 540"/>
              <a:gd name="p0x7" fmla="*/ 513 w 540"/>
              <a:gd name="p0y7" fmla="*/ 540 h 540"/>
              <a:gd name="p0x8" fmla="*/ 480 w 540"/>
              <a:gd name="p0y8" fmla="*/ 540 h 540"/>
              <a:gd name="p0x9" fmla="*/ 60 w 540"/>
              <a:gd name="p0y9" fmla="*/ 540 h 540"/>
              <a:gd name="p0x10" fmla="*/ 26 w 540"/>
              <a:gd name="p0y10" fmla="*/ 540 h 540"/>
              <a:gd name="p0x11" fmla="*/ 0 w 540"/>
              <a:gd name="p0y11" fmla="*/ 513 h 540"/>
              <a:gd name="p0x12" fmla="*/ 0 w 540"/>
              <a:gd name="p0y12" fmla="*/ 480 h 540"/>
              <a:gd name="p0x13" fmla="*/ 0 w 540"/>
              <a:gd name="p0y13" fmla="*/ 60 h 540"/>
              <a:gd name="p0x14" fmla="*/ 0 w 540"/>
              <a:gd name="p0y14" fmla="*/ 26 h 540"/>
              <a:gd name="p0x15" fmla="*/ 26 w 540"/>
              <a:gd name="p0y15" fmla="*/ 0 h 540"/>
              <a:gd name="p0x16" fmla="*/ 6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407400" y="1404620"/>
            <a:ext cx="209550" cy="21463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2"/>
            </p:custDataLst>
          </p:nvPr>
        </p:nvSpPr>
        <p:spPr>
          <a:xfrm>
            <a:off x="8797976" y="1331595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实现效果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>
            <p:custDataLst>
              <p:tags r:id="rId33"/>
            </p:custDataLst>
          </p:nvPr>
        </p:nvSpPr>
        <p:spPr>
          <a:xfrm>
            <a:off x="8340725" y="1762125"/>
            <a:ext cx="304165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>
            <p:custDataLst>
              <p:tags r:id="rId34"/>
            </p:custDataLst>
          </p:nvPr>
        </p:nvSpPr>
        <p:spPr>
          <a:xfrm>
            <a:off x="8340725" y="2929890"/>
            <a:ext cx="3041650" cy="5334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5"/>
            </p:custDataLst>
          </p:nvPr>
        </p:nvSpPr>
        <p:spPr>
          <a:xfrm>
            <a:off x="8455025" y="3044190"/>
            <a:ext cx="38100" cy="304800"/>
          </a:xfrm>
          <a:custGeom>
            <a:avLst/>
            <a:gdLst>
              <a:gd name="sw" fmla="*/ 1 w 60"/>
              <a:gd name="sh" fmla="*/ 1 h 480"/>
              <a:gd name="mins" fmla="min sw sh"/>
              <a:gd name="dsw" fmla="+- 0 sw mins"/>
              <a:gd name="dsh" fmla="+- 0 sh mins"/>
              <a:gd name="p0x0" fmla="*/ 30 w 60"/>
              <a:gd name="p0y0" fmla="*/ 0 h 480"/>
              <a:gd name="p0x1" fmla="*/ 46 w 60"/>
              <a:gd name="p0y1" fmla="*/ 0 h 480"/>
              <a:gd name="p0x2" fmla="*/ 60 w 60"/>
              <a:gd name="p0y2" fmla="*/ 13 h 480"/>
              <a:gd name="p0x3" fmla="*/ 60 w 60"/>
              <a:gd name="p0y3" fmla="*/ 30 h 480"/>
              <a:gd name="p0x4" fmla="*/ 60 w 60"/>
              <a:gd name="p0y4" fmla="*/ 450 h 480"/>
              <a:gd name="p0x5" fmla="*/ 60 w 60"/>
              <a:gd name="p0y5" fmla="*/ 466 h 480"/>
              <a:gd name="p0x6" fmla="*/ 46 w 60"/>
              <a:gd name="p0y6" fmla="*/ 480 h 480"/>
              <a:gd name="p0x7" fmla="*/ 30 w 60"/>
              <a:gd name="p0y7" fmla="*/ 480 h 480"/>
              <a:gd name="p0x8" fmla="*/ 13 w 60"/>
              <a:gd name="p0y8" fmla="*/ 480 h 480"/>
              <a:gd name="p0x9" fmla="*/ 0 w 60"/>
              <a:gd name="p0y9" fmla="*/ 466 h 480"/>
              <a:gd name="p0x10" fmla="*/ 0 w 60"/>
              <a:gd name="p0y10" fmla="*/ 450 h 480"/>
              <a:gd name="p0x11" fmla="*/ 0 w 60"/>
              <a:gd name="p0y11" fmla="*/ 30 h 480"/>
              <a:gd name="p0x12" fmla="*/ 0 w 60"/>
              <a:gd name="p0y12" fmla="*/ 13 h 480"/>
              <a:gd name="p0x13" fmla="*/ 13 w 60"/>
              <a:gd name="p0y13" fmla="*/ 0 h 480"/>
              <a:gd name="p0x14" fmla="*/ 30 w 60"/>
              <a:gd name="p0y14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6"/>
            </p:custDataLst>
          </p:nvPr>
        </p:nvSpPr>
        <p:spPr>
          <a:xfrm>
            <a:off x="8607476" y="3030512"/>
            <a:ext cx="2476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启动即有完整开场，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可跳过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>
            <p:custDataLst>
              <p:tags r:id="rId37"/>
            </p:custDataLst>
          </p:nvPr>
        </p:nvSpPr>
        <p:spPr>
          <a:xfrm>
            <a:off x="8340725" y="4660265"/>
            <a:ext cx="3041650" cy="5334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38"/>
            </p:custDataLst>
          </p:nvPr>
        </p:nvSpPr>
        <p:spPr>
          <a:xfrm>
            <a:off x="8455025" y="4774565"/>
            <a:ext cx="38100" cy="304800"/>
          </a:xfrm>
          <a:custGeom>
            <a:avLst/>
            <a:gdLst>
              <a:gd name="sw" fmla="*/ 1 w 60"/>
              <a:gd name="sh" fmla="*/ 1 h 480"/>
              <a:gd name="mins" fmla="min sw sh"/>
              <a:gd name="dsw" fmla="+- 0 sw mins"/>
              <a:gd name="dsh" fmla="+- 0 sh mins"/>
              <a:gd name="p0x0" fmla="*/ 30 w 60"/>
              <a:gd name="p0y0" fmla="*/ 0 h 480"/>
              <a:gd name="p0x1" fmla="*/ 46 w 60"/>
              <a:gd name="p0y1" fmla="*/ 0 h 480"/>
              <a:gd name="p0x2" fmla="*/ 60 w 60"/>
              <a:gd name="p0y2" fmla="*/ 13 h 480"/>
              <a:gd name="p0x3" fmla="*/ 60 w 60"/>
              <a:gd name="p0y3" fmla="*/ 30 h 480"/>
              <a:gd name="p0x4" fmla="*/ 60 w 60"/>
              <a:gd name="p0y4" fmla="*/ 450 h 480"/>
              <a:gd name="p0x5" fmla="*/ 60 w 60"/>
              <a:gd name="p0y5" fmla="*/ 466 h 480"/>
              <a:gd name="p0x6" fmla="*/ 46 w 60"/>
              <a:gd name="p0y6" fmla="*/ 480 h 480"/>
              <a:gd name="p0x7" fmla="*/ 30 w 60"/>
              <a:gd name="p0y7" fmla="*/ 480 h 480"/>
              <a:gd name="p0x8" fmla="*/ 13 w 60"/>
              <a:gd name="p0y8" fmla="*/ 480 h 480"/>
              <a:gd name="p0x9" fmla="*/ 0 w 60"/>
              <a:gd name="p0y9" fmla="*/ 466 h 480"/>
              <a:gd name="p0x10" fmla="*/ 0 w 60"/>
              <a:gd name="p0y10" fmla="*/ 450 h 480"/>
              <a:gd name="p0x11" fmla="*/ 0 w 60"/>
              <a:gd name="p0y11" fmla="*/ 30 h 480"/>
              <a:gd name="p0x12" fmla="*/ 0 w 60"/>
              <a:gd name="p0y12" fmla="*/ 13 h 480"/>
              <a:gd name="p0x13" fmla="*/ 13 w 60"/>
              <a:gd name="p0y13" fmla="*/ 0 h 480"/>
              <a:gd name="p0x14" fmla="*/ 30 w 60"/>
              <a:gd name="p0y14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9"/>
            </p:custDataLst>
          </p:nvPr>
        </p:nvSpPr>
        <p:spPr>
          <a:xfrm>
            <a:off x="8607476" y="4760862"/>
            <a:ext cx="1905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登入与关卡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职责分离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音频叠音与</a:t>
            </a:r>
            <a:r>
              <a:rPr lang="en-US" altLang="zh-CN"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HUD</a:t>
            </a:r>
            <a:r>
              <a:rPr lang="zh-CN" altLang="en-US"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串场</a:t>
            </a:r>
            <a:endParaRPr lang="zh-CN" altLang="en-US" sz="30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5759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5" name="组合 114"/>
          <p:cNvGrpSpPr/>
          <p:nvPr/>
        </p:nvGrpSpPr>
        <p:grpSpPr>
          <a:xfrm>
            <a:off x="771525" y="1304925"/>
            <a:ext cx="3117850" cy="466090"/>
            <a:chOff x="1215" y="2055"/>
            <a:chExt cx="4910" cy="734"/>
          </a:xfrm>
        </p:grpSpPr>
        <p:sp>
          <p:nvSpPr>
            <p:cNvPr id="6" name="任意多边形 5"/>
            <p:cNvSpPr/>
            <p:nvPr>
              <p:custDataLst>
                <p:tags r:id="rId5"/>
              </p:custDataLst>
            </p:nvPr>
          </p:nvSpPr>
          <p:spPr>
            <a:xfrm>
              <a:off x="1215" y="2055"/>
              <a:ext cx="4910" cy="735"/>
            </a:xfrm>
            <a:custGeom>
              <a:avLst/>
              <a:gdLst>
                <a:gd name="sw" fmla="*/ 1 w 4910"/>
                <a:gd name="sh" fmla="*/ 1 h 735"/>
                <a:gd name="mins" fmla="min sw sh"/>
                <a:gd name="dsw" fmla="+- 0 sw mins"/>
                <a:gd name="dsh" fmla="+- 0 sh mins"/>
                <a:gd name="p0x0" fmla="*/ 0 w 4910"/>
                <a:gd name="p0y0" fmla="*/ 0 h 735"/>
                <a:gd name="p0x1" fmla="*/ 4910 w 4910"/>
                <a:gd name="p0y1" fmla="*/ 0 h 735"/>
                <a:gd name="p0x2" fmla="*/ 4910 w 4910"/>
                <a:gd name="p0y2" fmla="*/ 735 h 735"/>
                <a:gd name="p0x3" fmla="*/ 0 w 4910"/>
                <a:gd name="p0y3" fmla="*/ 735 h 735"/>
                <a:gd name="p0x4" fmla="*/ 0 w 49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>
              <p:custDataLst>
                <p:tags r:id="rId6"/>
              </p:custDataLst>
            </p:nvPr>
          </p:nvSpPr>
          <p:spPr>
            <a:xfrm>
              <a:off x="1215" y="2775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4910 w 4910"/>
                <a:gd name="p0y0" fmla="*/ 15 h 15"/>
                <a:gd name="p0x1" fmla="*/ 0 w 4910"/>
                <a:gd name="p0y1" fmla="*/ 15 h 15"/>
                <a:gd name="p0x2" fmla="*/ 0 w 4910"/>
                <a:gd name="p0y2" fmla="*/ 0 h 15"/>
                <a:gd name="p0x3" fmla="*/ 4910 w 4910"/>
                <a:gd name="p0y3" fmla="*/ 0 h 15"/>
                <a:gd name="p0x4" fmla="*/ 4910 w 49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775970" y="13093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60 w 525"/>
              <a:gd name="p0y0" fmla="*/ 0 h 525"/>
              <a:gd name="p0x1" fmla="*/ 465 w 525"/>
              <a:gd name="p0y1" fmla="*/ 0 h 525"/>
              <a:gd name="p0x2" fmla="*/ 498 w 525"/>
              <a:gd name="p0y2" fmla="*/ 0 h 525"/>
              <a:gd name="p0x3" fmla="*/ 525 w 525"/>
              <a:gd name="p0y3" fmla="*/ 26 h 525"/>
              <a:gd name="p0x4" fmla="*/ 525 w 525"/>
              <a:gd name="p0y4" fmla="*/ 60 h 525"/>
              <a:gd name="p0x5" fmla="*/ 525 w 525"/>
              <a:gd name="p0y5" fmla="*/ 465 h 525"/>
              <a:gd name="p0x6" fmla="*/ 525 w 525"/>
              <a:gd name="p0y6" fmla="*/ 498 h 525"/>
              <a:gd name="p0x7" fmla="*/ 498 w 525"/>
              <a:gd name="p0y7" fmla="*/ 525 h 525"/>
              <a:gd name="p0x8" fmla="*/ 465 w 525"/>
              <a:gd name="p0y8" fmla="*/ 525 h 525"/>
              <a:gd name="p0x9" fmla="*/ 60 w 525"/>
              <a:gd name="p0y9" fmla="*/ 525 h 525"/>
              <a:gd name="p0x10" fmla="*/ 26 w 525"/>
              <a:gd name="p0y10" fmla="*/ 525 h 525"/>
              <a:gd name="p0x11" fmla="*/ 0 w 525"/>
              <a:gd name="p0y11" fmla="*/ 498 h 525"/>
              <a:gd name="p0x12" fmla="*/ 0 w 525"/>
              <a:gd name="p0y12" fmla="*/ 465 h 525"/>
              <a:gd name="p0x13" fmla="*/ 0 w 525"/>
              <a:gd name="p0y13" fmla="*/ 60 h 525"/>
              <a:gd name="p0x14" fmla="*/ 0 w 525"/>
              <a:gd name="p0y14" fmla="*/ 26 h 525"/>
              <a:gd name="p0x15" fmla="*/ 26 w 525"/>
              <a:gd name="p0y15" fmla="*/ 0 h 525"/>
              <a:gd name="p0x16" fmla="*/ 6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2381" t="-9298" r="-2381" b="-9298"/>
          <a:stretch>
            <a:fillRect/>
          </a:stretch>
        </p:blipFill>
        <p:spPr>
          <a:xfrm>
            <a:off x="838200" y="1366520"/>
            <a:ext cx="209550" cy="2146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1228725" y="1293495"/>
            <a:ext cx="20016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难点分析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3348990" y="1333500"/>
            <a:ext cx="535305" cy="285750"/>
          </a:xfrm>
          <a:custGeom>
            <a:avLst/>
            <a:gdLst>
              <a:gd name="sw" fmla="*/ 1 w 842"/>
              <a:gd name="sh" fmla="*/ 1 h 450"/>
              <a:gd name="mins" fmla="min sw sh"/>
              <a:gd name="dsw" fmla="+- 0 sw mins"/>
              <a:gd name="dsh" fmla="+- 0 sh mins"/>
              <a:gd name="p0x0" fmla="*/ 225 w 842"/>
              <a:gd name="p0y0" fmla="*/ 0 h 450"/>
              <a:gd name="p0x1" fmla="*/ 617 w 842"/>
              <a:gd name="p0y1" fmla="*/ 0 h 450"/>
              <a:gd name="p0x2" fmla="*/ 742 w 842"/>
              <a:gd name="p0y2" fmla="*/ 0 h 450"/>
              <a:gd name="p0x3" fmla="*/ 842 w 842"/>
              <a:gd name="p0y3" fmla="*/ 100 h 450"/>
              <a:gd name="p0x4" fmla="*/ 842 w 842"/>
              <a:gd name="p0y4" fmla="*/ 225 h 450"/>
              <a:gd name="p0x5" fmla="*/ 842 w 842"/>
              <a:gd name="p0y5" fmla="*/ 349 h 450"/>
              <a:gd name="p0x6" fmla="*/ 742 w 842"/>
              <a:gd name="p0y6" fmla="*/ 450 h 450"/>
              <a:gd name="p0x7" fmla="*/ 617 w 842"/>
              <a:gd name="p0y7" fmla="*/ 450 h 450"/>
              <a:gd name="p0x8" fmla="*/ 225 w 842"/>
              <a:gd name="p0y8" fmla="*/ 450 h 450"/>
              <a:gd name="p0x9" fmla="*/ 100 w 842"/>
              <a:gd name="p0y9" fmla="*/ 450 h 450"/>
              <a:gd name="p0x10" fmla="*/ 0 w 842"/>
              <a:gd name="p0y10" fmla="*/ 349 h 450"/>
              <a:gd name="p0x11" fmla="*/ 0 w 842"/>
              <a:gd name="p0y11" fmla="*/ 225 h 450"/>
              <a:gd name="p0x12" fmla="*/ 0 w 842"/>
              <a:gd name="p0y12" fmla="*/ 100 h 450"/>
              <a:gd name="p0x13" fmla="*/ 100 w 842"/>
              <a:gd name="p0y13" fmla="*/ 0 h 450"/>
              <a:gd name="p0x14" fmla="*/ 225 w 842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3468510" y="1376363"/>
            <a:ext cx="4494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chemeClr val="accent1">
                    <a:lumMod val="42933"/>
                    <a:lumOff val="5706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sz="1200" b="1">
                <a:solidFill>
                  <a:schemeClr val="accent1">
                    <a:lumMod val="42933"/>
                    <a:lumOff val="5706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200" b="1">
              <a:solidFill>
                <a:schemeClr val="accent1">
                  <a:lumMod val="42933"/>
                  <a:lumOff val="5706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771525" y="2326005"/>
            <a:ext cx="3117850" cy="704850"/>
            <a:chOff x="1215" y="3663"/>
            <a:chExt cx="4910" cy="1110"/>
          </a:xfrm>
        </p:grpSpPr>
        <p:sp>
          <p:nvSpPr>
            <p:cNvPr id="15" name="任意多边形 14"/>
            <p:cNvSpPr/>
            <p:nvPr>
              <p:custDataLst>
                <p:tags r:id="rId14"/>
              </p:custDataLst>
            </p:nvPr>
          </p:nvSpPr>
          <p:spPr>
            <a:xfrm>
              <a:off x="1215" y="3663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>
              <p:custDataLst>
                <p:tags r:id="rId15"/>
              </p:custDataLst>
            </p:nvPr>
          </p:nvSpPr>
          <p:spPr>
            <a:xfrm>
              <a:off x="1252" y="3663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16"/>
              </p:custDataLst>
            </p:nvPr>
          </p:nvSpPr>
          <p:spPr>
            <a:xfrm>
              <a:off x="6096" y="3681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17"/>
              </p:custDataLst>
            </p:nvPr>
          </p:nvSpPr>
          <p:spPr>
            <a:xfrm>
              <a:off x="1252" y="4745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8"/>
              </p:custDataLst>
            </p:nvPr>
          </p:nvSpPr>
          <p:spPr>
            <a:xfrm>
              <a:off x="1215" y="3668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914400" y="2358866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Autoload </a:t>
            </a:r>
            <a:r>
              <a:rPr lang="zh-CN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启动即运行</a:t>
            </a:r>
            <a:endParaRPr lang="zh-CN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914400" y="2664619"/>
            <a:ext cx="152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开场被当成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关卡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771525" y="3547745"/>
            <a:ext cx="3117850" cy="704850"/>
            <a:chOff x="1215" y="5587"/>
            <a:chExt cx="4910" cy="1110"/>
          </a:xfrm>
        </p:grpSpPr>
        <p:sp>
          <p:nvSpPr>
            <p:cNvPr id="23" name="任意多边形 22"/>
            <p:cNvSpPr/>
            <p:nvPr>
              <p:custDataLst>
                <p:tags r:id="rId21"/>
              </p:custDataLst>
            </p:nvPr>
          </p:nvSpPr>
          <p:spPr>
            <a:xfrm>
              <a:off x="1215" y="5587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22"/>
              </p:custDataLst>
            </p:nvPr>
          </p:nvSpPr>
          <p:spPr>
            <a:xfrm>
              <a:off x="1252" y="5587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>
              <p:custDataLst>
                <p:tags r:id="rId23"/>
              </p:custDataLst>
            </p:nvPr>
          </p:nvSpPr>
          <p:spPr>
            <a:xfrm>
              <a:off x="6096" y="5605"/>
              <a:ext cx="29" cy="1074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4"/>
              </p:custDataLst>
            </p:nvPr>
          </p:nvSpPr>
          <p:spPr>
            <a:xfrm>
              <a:off x="1252" y="6669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5"/>
              </p:custDataLst>
            </p:nvPr>
          </p:nvSpPr>
          <p:spPr>
            <a:xfrm>
              <a:off x="1215" y="5592"/>
              <a:ext cx="54" cy="1100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>
            <p:custDataLst>
              <p:tags r:id="rId26"/>
            </p:custDataLst>
          </p:nvPr>
        </p:nvSpPr>
        <p:spPr>
          <a:xfrm>
            <a:off x="914400" y="3580447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误播</a:t>
            </a:r>
            <a:r>
              <a:rPr lang="en-US" altLang="zh-CN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level.wav</a:t>
            </a:r>
            <a:endParaRPr lang="en-US" altLang="zh-CN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7"/>
            </p:custDataLst>
          </p:nvPr>
        </p:nvSpPr>
        <p:spPr>
          <a:xfrm>
            <a:off x="914400" y="3886200"/>
            <a:ext cx="1632642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同时</a:t>
            </a:r>
            <a:r>
              <a:rPr lang="zh-CN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实例化</a:t>
            </a:r>
            <a:r>
              <a:rPr lang="en-US" altLang="zh-CN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HUD</a:t>
            </a:r>
            <a:endParaRPr lang="en-US" altLang="zh-CN"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771525" y="4769485"/>
            <a:ext cx="3117850" cy="704850"/>
            <a:chOff x="1215" y="7511"/>
            <a:chExt cx="4910" cy="1110"/>
          </a:xfrm>
        </p:grpSpPr>
        <p:sp>
          <p:nvSpPr>
            <p:cNvPr id="31" name="任意多边形 30"/>
            <p:cNvSpPr/>
            <p:nvPr>
              <p:custDataLst>
                <p:tags r:id="rId28"/>
              </p:custDataLst>
            </p:nvPr>
          </p:nvSpPr>
          <p:spPr>
            <a:xfrm>
              <a:off x="1215" y="7511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>
              <p:custDataLst>
                <p:tags r:id="rId29"/>
              </p:custDataLst>
            </p:nvPr>
          </p:nvSpPr>
          <p:spPr>
            <a:xfrm>
              <a:off x="1252" y="7511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>
              <p:custDataLst>
                <p:tags r:id="rId30"/>
              </p:custDataLst>
            </p:nvPr>
          </p:nvSpPr>
          <p:spPr>
            <a:xfrm>
              <a:off x="6096" y="7528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>
              <p:custDataLst>
                <p:tags r:id="rId31"/>
              </p:custDataLst>
            </p:nvPr>
          </p:nvSpPr>
          <p:spPr>
            <a:xfrm>
              <a:off x="1252" y="8593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>
              <p:custDataLst>
                <p:tags r:id="rId32"/>
              </p:custDataLst>
            </p:nvPr>
          </p:nvSpPr>
          <p:spPr>
            <a:xfrm>
              <a:off x="1215" y="7515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7" name="文本框 36"/>
          <p:cNvSpPr txBox="1"/>
          <p:nvPr>
            <p:custDataLst>
              <p:tags r:id="rId33"/>
            </p:custDataLst>
          </p:nvPr>
        </p:nvSpPr>
        <p:spPr>
          <a:xfrm>
            <a:off x="914400" y="4802029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血条独立</a:t>
            </a:r>
            <a:r>
              <a:rPr lang="en-US" altLang="zh-CN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CanvasLayer</a:t>
            </a:r>
            <a:endParaRPr lang="en-US" altLang="zh-CN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4"/>
            </p:custDataLst>
          </p:nvPr>
        </p:nvSpPr>
        <p:spPr>
          <a:xfrm>
            <a:off x="914400" y="5107781"/>
            <a:ext cx="152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藏父节点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藏不住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35"/>
            </p:custDataLst>
          </p:nvPr>
        </p:nvSpPr>
        <p:spPr>
          <a:xfrm>
            <a:off x="775970" y="6033770"/>
            <a:ext cx="1000125" cy="238125"/>
          </a:xfrm>
          <a:custGeom>
            <a:avLst/>
            <a:gdLst>
              <a:gd name="sw" fmla="*/ 1 w 1575"/>
              <a:gd name="sh" fmla="*/ 1 h 375"/>
              <a:gd name="mins" fmla="min sw sh"/>
              <a:gd name="dsw" fmla="+- 0 sw mins"/>
              <a:gd name="dsh" fmla="+- 0 sh mins"/>
              <a:gd name="p0x0" fmla="*/ 187 w 1575"/>
              <a:gd name="p0y0" fmla="*/ 0 h 375"/>
              <a:gd name="p0x1" fmla="*/ 1387 w 1575"/>
              <a:gd name="p0y1" fmla="*/ 0 h 375"/>
              <a:gd name="p0x2" fmla="*/ 1491 w 1575"/>
              <a:gd name="p0y2" fmla="*/ 0 h 375"/>
              <a:gd name="p0x3" fmla="*/ 1575 w 1575"/>
              <a:gd name="p0y3" fmla="*/ 83 h 375"/>
              <a:gd name="p0x4" fmla="*/ 1575 w 1575"/>
              <a:gd name="p0y4" fmla="*/ 187 h 375"/>
              <a:gd name="p0x5" fmla="*/ 1575 w 1575"/>
              <a:gd name="p0y5" fmla="*/ 291 h 375"/>
              <a:gd name="p0x6" fmla="*/ 1491 w 1575"/>
              <a:gd name="p0y6" fmla="*/ 375 h 375"/>
              <a:gd name="p0x7" fmla="*/ 1387 w 1575"/>
              <a:gd name="p0y7" fmla="*/ 375 h 375"/>
              <a:gd name="p0x8" fmla="*/ 187 w 1575"/>
              <a:gd name="p0y8" fmla="*/ 375 h 375"/>
              <a:gd name="p0x9" fmla="*/ 83 w 1575"/>
              <a:gd name="p0y9" fmla="*/ 375 h 375"/>
              <a:gd name="p0x10" fmla="*/ 0 w 1575"/>
              <a:gd name="p0y10" fmla="*/ 291 h 375"/>
              <a:gd name="p0x11" fmla="*/ 0 w 1575"/>
              <a:gd name="p0y11" fmla="*/ 187 h 375"/>
              <a:gd name="p0x12" fmla="*/ 0 w 1575"/>
              <a:gd name="p0y12" fmla="*/ 83 h 375"/>
              <a:gd name="p0x13" fmla="*/ 83 w 1575"/>
              <a:gd name="p0y13" fmla="*/ 0 h 375"/>
              <a:gd name="p0x14" fmla="*/ 187 w 157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6"/>
            </p:custDataLst>
          </p:nvPr>
        </p:nvSpPr>
        <p:spPr>
          <a:xfrm>
            <a:off x="895350" y="6068378"/>
            <a:ext cx="9144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4C9B8"/>
                </a:solidFill>
                <a:latin typeface="微软雅黑" panose="020B0503020204020204" charset="-122"/>
                <a:ea typeface="微软雅黑" panose="020B0503020204020204" charset="-122"/>
              </a:rPr>
              <a:t>启动即运行</a:t>
            </a:r>
            <a:endParaRPr sz="1200">
              <a:solidFill>
                <a:srgbClr val="F4C9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37"/>
            </p:custDataLst>
          </p:nvPr>
        </p:nvSpPr>
        <p:spPr>
          <a:xfrm>
            <a:off x="1861820" y="603377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38"/>
            </p:custDataLst>
          </p:nvPr>
        </p:nvSpPr>
        <p:spPr>
          <a:xfrm>
            <a:off x="1981276" y="606837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4C9B8"/>
                </a:solidFill>
                <a:latin typeface="微软雅黑" panose="020B0503020204020204" charset="-122"/>
                <a:ea typeface="微软雅黑" panose="020B0503020204020204" charset="-122"/>
              </a:rPr>
              <a:t>误播关卡</a:t>
            </a:r>
            <a:endParaRPr sz="1200">
              <a:solidFill>
                <a:srgbClr val="F4C9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39"/>
            </p:custDataLst>
          </p:nvPr>
        </p:nvSpPr>
        <p:spPr>
          <a:xfrm>
            <a:off x="2795270" y="6033770"/>
            <a:ext cx="1037590" cy="238125"/>
          </a:xfrm>
          <a:custGeom>
            <a:avLst/>
            <a:gdLst>
              <a:gd name="sw" fmla="*/ 1 w 1633"/>
              <a:gd name="sh" fmla="*/ 1 h 375"/>
              <a:gd name="mins" fmla="min sw sh"/>
              <a:gd name="dsw" fmla="+- 0 sw mins"/>
              <a:gd name="dsh" fmla="+- 0 sh mins"/>
              <a:gd name="p0x0" fmla="*/ 187 w 1633"/>
              <a:gd name="p0y0" fmla="*/ 0 h 375"/>
              <a:gd name="p0x1" fmla="*/ 1446 w 1633"/>
              <a:gd name="p0y1" fmla="*/ 0 h 375"/>
              <a:gd name="p0x2" fmla="*/ 1549 w 1633"/>
              <a:gd name="p0y2" fmla="*/ 0 h 375"/>
              <a:gd name="p0x3" fmla="*/ 1633 w 1633"/>
              <a:gd name="p0y3" fmla="*/ 83 h 375"/>
              <a:gd name="p0x4" fmla="*/ 1633 w 1633"/>
              <a:gd name="p0y4" fmla="*/ 187 h 375"/>
              <a:gd name="p0x5" fmla="*/ 1633 w 1633"/>
              <a:gd name="p0y5" fmla="*/ 291 h 375"/>
              <a:gd name="p0x6" fmla="*/ 1549 w 1633"/>
              <a:gd name="p0y6" fmla="*/ 375 h 375"/>
              <a:gd name="p0x7" fmla="*/ 1446 w 1633"/>
              <a:gd name="p0y7" fmla="*/ 375 h 375"/>
              <a:gd name="p0x8" fmla="*/ 187 w 1633"/>
              <a:gd name="p0y8" fmla="*/ 375 h 375"/>
              <a:gd name="p0x9" fmla="*/ 83 w 1633"/>
              <a:gd name="p0y9" fmla="*/ 375 h 375"/>
              <a:gd name="p0x10" fmla="*/ 0 w 1633"/>
              <a:gd name="p0y10" fmla="*/ 291 h 375"/>
              <a:gd name="p0x11" fmla="*/ 0 w 1633"/>
              <a:gd name="p0y11" fmla="*/ 187 h 375"/>
              <a:gd name="p0x12" fmla="*/ 0 w 1633"/>
              <a:gd name="p0y12" fmla="*/ 83 h 375"/>
              <a:gd name="p0x13" fmla="*/ 83 w 1633"/>
              <a:gd name="p0y13" fmla="*/ 0 h 375"/>
              <a:gd name="p0x14" fmla="*/ 187 w 1633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0"/>
            </p:custDataLst>
          </p:nvPr>
        </p:nvSpPr>
        <p:spPr>
          <a:xfrm>
            <a:off x="2914802" y="6068378"/>
            <a:ext cx="951757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en-US" sz="1200">
                <a:solidFill>
                  <a:srgbClr val="F4C9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HUD</a:t>
            </a:r>
            <a:r>
              <a:rPr lang="zh-CN" sz="1200">
                <a:solidFill>
                  <a:srgbClr val="F4C9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藏不住</a:t>
            </a:r>
            <a:endParaRPr lang="zh-CN" sz="1200">
              <a:solidFill>
                <a:srgbClr val="F4C9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41"/>
            </p:custDataLst>
          </p:nvPr>
        </p:nvSpPr>
        <p:spPr>
          <a:xfrm>
            <a:off x="434149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9" name="组合 118"/>
          <p:cNvGrpSpPr/>
          <p:nvPr/>
        </p:nvGrpSpPr>
        <p:grpSpPr>
          <a:xfrm>
            <a:off x="4537075" y="1304925"/>
            <a:ext cx="3117850" cy="466090"/>
            <a:chOff x="7145" y="2055"/>
            <a:chExt cx="4910" cy="734"/>
          </a:xfrm>
        </p:grpSpPr>
        <p:sp>
          <p:nvSpPr>
            <p:cNvPr id="46" name="任意多边形 45"/>
            <p:cNvSpPr/>
            <p:nvPr>
              <p:custDataLst>
                <p:tags r:id="rId42"/>
              </p:custDataLst>
            </p:nvPr>
          </p:nvSpPr>
          <p:spPr>
            <a:xfrm>
              <a:off x="7145" y="2055"/>
              <a:ext cx="4910" cy="735"/>
            </a:xfrm>
            <a:custGeom>
              <a:avLst/>
              <a:gdLst>
                <a:gd name="sw" fmla="*/ 1 w 4910"/>
                <a:gd name="sh" fmla="*/ 1 h 735"/>
                <a:gd name="mins" fmla="min sw sh"/>
                <a:gd name="dsw" fmla="+- 0 sw mins"/>
                <a:gd name="dsh" fmla="+- 0 sh mins"/>
                <a:gd name="p0x0" fmla="*/ 0 w 4910"/>
                <a:gd name="p0y0" fmla="*/ 0 h 735"/>
                <a:gd name="p0x1" fmla="*/ 4910 w 4910"/>
                <a:gd name="p0y1" fmla="*/ 0 h 735"/>
                <a:gd name="p0x2" fmla="*/ 4910 w 4910"/>
                <a:gd name="p0y2" fmla="*/ 735 h 735"/>
                <a:gd name="p0x3" fmla="*/ 0 w 4910"/>
                <a:gd name="p0y3" fmla="*/ 735 h 735"/>
                <a:gd name="p0x4" fmla="*/ 0 w 49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>
              <p:custDataLst>
                <p:tags r:id="rId43"/>
              </p:custDataLst>
            </p:nvPr>
          </p:nvSpPr>
          <p:spPr>
            <a:xfrm>
              <a:off x="7145" y="2775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4910 w 4910"/>
                <a:gd name="p0y0" fmla="*/ 15 h 15"/>
                <a:gd name="p0x1" fmla="*/ 0 w 4910"/>
                <a:gd name="p0y1" fmla="*/ 15 h 15"/>
                <a:gd name="p0x2" fmla="*/ 0 w 4910"/>
                <a:gd name="p0y2" fmla="*/ 0 h 15"/>
                <a:gd name="p0x3" fmla="*/ 4910 w 4910"/>
                <a:gd name="p0y3" fmla="*/ 0 h 15"/>
                <a:gd name="p0x4" fmla="*/ 4910 w 49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9" name="任意多边形 48"/>
          <p:cNvSpPr/>
          <p:nvPr>
            <p:custDataLst>
              <p:tags r:id="rId44"/>
            </p:custDataLst>
          </p:nvPr>
        </p:nvSpPr>
        <p:spPr>
          <a:xfrm>
            <a:off x="4541520" y="13093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60 w 525"/>
              <a:gd name="p0y0" fmla="*/ 0 h 525"/>
              <a:gd name="p0x1" fmla="*/ 465 w 525"/>
              <a:gd name="p0y1" fmla="*/ 0 h 525"/>
              <a:gd name="p0x2" fmla="*/ 498 w 525"/>
              <a:gd name="p0y2" fmla="*/ 0 h 525"/>
              <a:gd name="p0x3" fmla="*/ 525 w 525"/>
              <a:gd name="p0y3" fmla="*/ 26 h 525"/>
              <a:gd name="p0x4" fmla="*/ 525 w 525"/>
              <a:gd name="p0y4" fmla="*/ 60 h 525"/>
              <a:gd name="p0x5" fmla="*/ 525 w 525"/>
              <a:gd name="p0y5" fmla="*/ 465 h 525"/>
              <a:gd name="p0x6" fmla="*/ 525 w 525"/>
              <a:gd name="p0y6" fmla="*/ 498 h 525"/>
              <a:gd name="p0x7" fmla="*/ 498 w 525"/>
              <a:gd name="p0y7" fmla="*/ 525 h 525"/>
              <a:gd name="p0x8" fmla="*/ 465 w 525"/>
              <a:gd name="p0y8" fmla="*/ 525 h 525"/>
              <a:gd name="p0x9" fmla="*/ 60 w 525"/>
              <a:gd name="p0y9" fmla="*/ 525 h 525"/>
              <a:gd name="p0x10" fmla="*/ 26 w 525"/>
              <a:gd name="p0y10" fmla="*/ 525 h 525"/>
              <a:gd name="p0x11" fmla="*/ 0 w 525"/>
              <a:gd name="p0y11" fmla="*/ 498 h 525"/>
              <a:gd name="p0x12" fmla="*/ 0 w 525"/>
              <a:gd name="p0y12" fmla="*/ 465 h 525"/>
              <a:gd name="p0x13" fmla="*/ 0 w 525"/>
              <a:gd name="p0y13" fmla="*/ 60 h 525"/>
              <a:gd name="p0x14" fmla="*/ 0 w 525"/>
              <a:gd name="p0y14" fmla="*/ 26 h 525"/>
              <a:gd name="p0x15" fmla="*/ 26 w 525"/>
              <a:gd name="p0y15" fmla="*/ 0 h 525"/>
              <a:gd name="p0x16" fmla="*/ 6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l="-9524" t="-3651" r="-9524" b="-3651"/>
          <a:stretch>
            <a:fillRect/>
          </a:stretch>
        </p:blipFill>
        <p:spPr>
          <a:xfrm>
            <a:off x="4589145" y="1366520"/>
            <a:ext cx="238125" cy="21463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48"/>
            </p:custDataLst>
          </p:nvPr>
        </p:nvSpPr>
        <p:spPr>
          <a:xfrm>
            <a:off x="4994301" y="1293495"/>
            <a:ext cx="20016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49"/>
            </p:custDataLst>
          </p:nvPr>
        </p:nvSpPr>
        <p:spPr>
          <a:xfrm>
            <a:off x="7114540" y="1333500"/>
            <a:ext cx="535305" cy="285750"/>
          </a:xfrm>
          <a:custGeom>
            <a:avLst/>
            <a:gdLst>
              <a:gd name="sw" fmla="*/ 1 w 842"/>
              <a:gd name="sh" fmla="*/ 1 h 450"/>
              <a:gd name="mins" fmla="min sw sh"/>
              <a:gd name="dsw" fmla="+- 0 sw mins"/>
              <a:gd name="dsh" fmla="+- 0 sh mins"/>
              <a:gd name="p0x0" fmla="*/ 225 w 842"/>
              <a:gd name="p0y0" fmla="*/ 0 h 450"/>
              <a:gd name="p0x1" fmla="*/ 617 w 842"/>
              <a:gd name="p0y1" fmla="*/ 0 h 450"/>
              <a:gd name="p0x2" fmla="*/ 742 w 842"/>
              <a:gd name="p0y2" fmla="*/ 0 h 450"/>
              <a:gd name="p0x3" fmla="*/ 842 w 842"/>
              <a:gd name="p0y3" fmla="*/ 100 h 450"/>
              <a:gd name="p0x4" fmla="*/ 842 w 842"/>
              <a:gd name="p0y4" fmla="*/ 225 h 450"/>
              <a:gd name="p0x5" fmla="*/ 842 w 842"/>
              <a:gd name="p0y5" fmla="*/ 349 h 450"/>
              <a:gd name="p0x6" fmla="*/ 742 w 842"/>
              <a:gd name="p0y6" fmla="*/ 450 h 450"/>
              <a:gd name="p0x7" fmla="*/ 617 w 842"/>
              <a:gd name="p0y7" fmla="*/ 450 h 450"/>
              <a:gd name="p0x8" fmla="*/ 225 w 842"/>
              <a:gd name="p0y8" fmla="*/ 450 h 450"/>
              <a:gd name="p0x9" fmla="*/ 100 w 842"/>
              <a:gd name="p0y9" fmla="*/ 450 h 450"/>
              <a:gd name="p0x10" fmla="*/ 0 w 842"/>
              <a:gd name="p0y10" fmla="*/ 349 h 450"/>
              <a:gd name="p0x11" fmla="*/ 0 w 842"/>
              <a:gd name="p0y11" fmla="*/ 225 h 450"/>
              <a:gd name="p0x12" fmla="*/ 0 w 842"/>
              <a:gd name="p0y12" fmla="*/ 100 h 450"/>
              <a:gd name="p0x13" fmla="*/ 100 w 842"/>
              <a:gd name="p0y13" fmla="*/ 0 h 450"/>
              <a:gd name="p0x14" fmla="*/ 225 w 842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50"/>
            </p:custDataLst>
          </p:nvPr>
        </p:nvSpPr>
        <p:spPr>
          <a:xfrm>
            <a:off x="7234085" y="1376363"/>
            <a:ext cx="4494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chemeClr val="accent1">
                    <a:lumMod val="42933"/>
                    <a:lumOff val="5706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sz="1200" b="1">
                <a:solidFill>
                  <a:schemeClr val="accent1">
                    <a:lumMod val="42933"/>
                    <a:lumOff val="5706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200" b="1">
              <a:solidFill>
                <a:schemeClr val="accent1">
                  <a:lumMod val="42933"/>
                  <a:lumOff val="5706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4537075" y="2173605"/>
            <a:ext cx="3117850" cy="990600"/>
            <a:chOff x="7145" y="3423"/>
            <a:chExt cx="4910" cy="1560"/>
          </a:xfrm>
        </p:grpSpPr>
        <p:sp>
          <p:nvSpPr>
            <p:cNvPr id="55" name="任意多边形 54"/>
            <p:cNvSpPr/>
            <p:nvPr>
              <p:custDataLst>
                <p:tags r:id="rId51"/>
              </p:custDataLst>
            </p:nvPr>
          </p:nvSpPr>
          <p:spPr>
            <a:xfrm>
              <a:off x="7145" y="3423"/>
              <a:ext cx="4910" cy="1560"/>
            </a:xfrm>
            <a:custGeom>
              <a:avLst/>
              <a:gdLst>
                <a:gd name="sw" fmla="*/ 1 w 4910"/>
                <a:gd name="sh" fmla="*/ 1 h 1560"/>
                <a:gd name="mins" fmla="min sw sh"/>
                <a:gd name="dsw" fmla="+- 0 sw mins"/>
                <a:gd name="dsh" fmla="+- 0 sh mins"/>
                <a:gd name="p0x0" fmla="*/ 60 w 4910"/>
                <a:gd name="p0y0" fmla="*/ 0 h 1560"/>
                <a:gd name="p0x1" fmla="*/ 4850 w 4910"/>
                <a:gd name="p0y1" fmla="*/ 0 h 1560"/>
                <a:gd name="p0x2" fmla="*/ 4883 w 4910"/>
                <a:gd name="p0y2" fmla="*/ 0 h 1560"/>
                <a:gd name="p0x3" fmla="*/ 4910 w 4910"/>
                <a:gd name="p0y3" fmla="*/ 26 h 1560"/>
                <a:gd name="p0x4" fmla="*/ 4910 w 4910"/>
                <a:gd name="p0y4" fmla="*/ 60 h 1560"/>
                <a:gd name="p0x5" fmla="*/ 4910 w 4910"/>
                <a:gd name="p0y5" fmla="*/ 1500 h 1560"/>
                <a:gd name="p0x6" fmla="*/ 4910 w 4910"/>
                <a:gd name="p0y6" fmla="*/ 1533 h 1560"/>
                <a:gd name="p0x7" fmla="*/ 4883 w 4910"/>
                <a:gd name="p0y7" fmla="*/ 1560 h 1560"/>
                <a:gd name="p0x8" fmla="*/ 4850 w 4910"/>
                <a:gd name="p0y8" fmla="*/ 1560 h 1560"/>
                <a:gd name="p0x9" fmla="*/ 60 w 4910"/>
                <a:gd name="p0y9" fmla="*/ 1560 h 1560"/>
                <a:gd name="p0x10" fmla="*/ 26 w 4910"/>
                <a:gd name="p0y10" fmla="*/ 1560 h 1560"/>
                <a:gd name="p0x11" fmla="*/ 0 w 4910"/>
                <a:gd name="p0y11" fmla="*/ 1533 h 1560"/>
                <a:gd name="p0x12" fmla="*/ 0 w 4910"/>
                <a:gd name="p0y12" fmla="*/ 1500 h 1560"/>
                <a:gd name="p0x13" fmla="*/ 0 w 4910"/>
                <a:gd name="p0y13" fmla="*/ 60 h 1560"/>
                <a:gd name="p0x14" fmla="*/ 0 w 4910"/>
                <a:gd name="p0y14" fmla="*/ 26 h 1560"/>
                <a:gd name="p0x15" fmla="*/ 26 w 4910"/>
                <a:gd name="p0y15" fmla="*/ 0 h 1560"/>
                <a:gd name="p0x16" fmla="*/ 60 w 4910"/>
                <a:gd name="p0y16" fmla="*/ 0 h 15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>
              <p:custDataLst>
                <p:tags r:id="rId52"/>
              </p:custDataLst>
            </p:nvPr>
          </p:nvSpPr>
          <p:spPr>
            <a:xfrm>
              <a:off x="7182" y="3423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>
              <p:custDataLst>
                <p:tags r:id="rId53"/>
              </p:custDataLst>
            </p:nvPr>
          </p:nvSpPr>
          <p:spPr>
            <a:xfrm>
              <a:off x="12026" y="3441"/>
              <a:ext cx="29" cy="1525"/>
            </a:xfrm>
            <a:custGeom>
              <a:avLst/>
              <a:gdLst>
                <a:gd name="sw" fmla="*/ 1 w 28"/>
                <a:gd name="sh" fmla="*/ 1 h 1524"/>
                <a:gd name="mins" fmla="min sw sh"/>
                <a:gd name="dsw" fmla="+- 0 sw mins"/>
                <a:gd name="dsh" fmla="+- 0 sh mins"/>
                <a:gd name="p0x0" fmla="*/ 28 w 28"/>
                <a:gd name="p0y0" fmla="*/ 42 h 1524"/>
                <a:gd name="p0x1" fmla="*/ 28 w 28"/>
                <a:gd name="p0y1" fmla="*/ 1482 h 1524"/>
                <a:gd name="p0x2" fmla="*/ 28 w 28"/>
                <a:gd name="p0y2" fmla="*/ 1498 h 1524"/>
                <a:gd name="p0x3" fmla="*/ 21 w 28"/>
                <a:gd name="p0y3" fmla="*/ 1513 h 1524"/>
                <a:gd name="p0x4" fmla="*/ 10 w 28"/>
                <a:gd name="p0y4" fmla="*/ 1524 h 1524"/>
                <a:gd name="p0x5" fmla="*/ 0 w 28"/>
                <a:gd name="p0y5" fmla="*/ 1514 h 1524"/>
                <a:gd name="p0x6" fmla="*/ 8 w 28"/>
                <a:gd name="p0y6" fmla="*/ 1506 h 1524"/>
                <a:gd name="p0x7" fmla="*/ 13 w 28"/>
                <a:gd name="p0y7" fmla="*/ 1494 h 1524"/>
                <a:gd name="p0x8" fmla="*/ 13 w 28"/>
                <a:gd name="p0y8" fmla="*/ 1482 h 1524"/>
                <a:gd name="p0x9" fmla="*/ 13 w 28"/>
                <a:gd name="p0y9" fmla="*/ 42 h 1524"/>
                <a:gd name="p0x10" fmla="*/ 13 w 28"/>
                <a:gd name="p0y10" fmla="*/ 30 h 1524"/>
                <a:gd name="p0x11" fmla="*/ 8 w 28"/>
                <a:gd name="p0y11" fmla="*/ 18 h 1524"/>
                <a:gd name="p0x12" fmla="*/ 0 w 28"/>
                <a:gd name="p0y12" fmla="*/ 10 h 1524"/>
                <a:gd name="p0x13" fmla="*/ 10 w 28"/>
                <a:gd name="p0y13" fmla="*/ 0 h 1524"/>
                <a:gd name="p0x14" fmla="*/ 21 w 28"/>
                <a:gd name="p0y14" fmla="*/ 10 h 1524"/>
                <a:gd name="p0x15" fmla="*/ 28 w 28"/>
                <a:gd name="p0y15" fmla="*/ 25 h 1524"/>
                <a:gd name="p0x16" fmla="*/ 28 w 28"/>
                <a:gd name="p0y16" fmla="*/ 42 h 152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>
              <p:custDataLst>
                <p:tags r:id="rId54"/>
              </p:custDataLst>
            </p:nvPr>
          </p:nvSpPr>
          <p:spPr>
            <a:xfrm>
              <a:off x="7182" y="4955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>
              <p:custDataLst>
                <p:tags r:id="rId55"/>
              </p:custDataLst>
            </p:nvPr>
          </p:nvSpPr>
          <p:spPr>
            <a:xfrm>
              <a:off x="7145" y="3428"/>
              <a:ext cx="54" cy="1551"/>
            </a:xfrm>
            <a:custGeom>
              <a:avLst/>
              <a:gdLst>
                <a:gd name="sw" fmla="*/ 1 w 54"/>
                <a:gd name="sh" fmla="*/ 1 h 1550"/>
                <a:gd name="mins" fmla="min sw sh"/>
                <a:gd name="dsw" fmla="+- 0 sw mins"/>
                <a:gd name="dsh" fmla="+- 0 sh mins"/>
                <a:gd name="p0x0" fmla="*/ 0 w 54"/>
                <a:gd name="p0y0" fmla="*/ 1495 h 1550"/>
                <a:gd name="p0x1" fmla="*/ 0 w 54"/>
                <a:gd name="p0y1" fmla="*/ 55 h 1550"/>
                <a:gd name="p0x2" fmla="*/ 0 w 54"/>
                <a:gd name="p0y2" fmla="*/ 30 h 1550"/>
                <a:gd name="p0x3" fmla="*/ 15 w 54"/>
                <a:gd name="p0y3" fmla="*/ 9 h 1550"/>
                <a:gd name="p0x4" fmla="*/ 37 w 54"/>
                <a:gd name="p0y4" fmla="*/ 0 h 1550"/>
                <a:gd name="p0x5" fmla="*/ 54 w 54"/>
                <a:gd name="p0y5" fmla="*/ 13 h 1550"/>
                <a:gd name="p0x6" fmla="*/ 54 w 54"/>
                <a:gd name="p0y6" fmla="*/ 13 h 1550"/>
                <a:gd name="p0x7" fmla="*/ 48 w 54"/>
                <a:gd name="p0y7" fmla="*/ 20 h 1550"/>
                <a:gd name="p0x8" fmla="*/ 45 w 54"/>
                <a:gd name="p0y8" fmla="*/ 36 h 1550"/>
                <a:gd name="p0x9" fmla="*/ 45 w 54"/>
                <a:gd name="p0y9" fmla="*/ 55 h 1550"/>
                <a:gd name="p0x10" fmla="*/ 45 w 54"/>
                <a:gd name="p0y10" fmla="*/ 1495 h 1550"/>
                <a:gd name="p0x11" fmla="*/ 45 w 54"/>
                <a:gd name="p0y11" fmla="*/ 1514 h 1550"/>
                <a:gd name="p0x12" fmla="*/ 48 w 54"/>
                <a:gd name="p0y12" fmla="*/ 1530 h 1550"/>
                <a:gd name="p0x13" fmla="*/ 54 w 54"/>
                <a:gd name="p0y13" fmla="*/ 1537 h 1550"/>
                <a:gd name="p0x14" fmla="*/ 37 w 54"/>
                <a:gd name="p0y14" fmla="*/ 1550 h 1550"/>
                <a:gd name="p0x15" fmla="*/ 37 w 54"/>
                <a:gd name="p0y15" fmla="*/ 1550 h 1550"/>
                <a:gd name="p0x16" fmla="*/ 15 w 54"/>
                <a:gd name="p0y16" fmla="*/ 1541 h 1550"/>
                <a:gd name="p0x17" fmla="*/ 0 w 54"/>
                <a:gd name="p0y17" fmla="*/ 1520 h 1550"/>
                <a:gd name="p0x18" fmla="*/ 0 w 54"/>
                <a:gd name="p0y18" fmla="*/ 1495 h 15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1" name="文本框 60"/>
          <p:cNvSpPr txBox="1"/>
          <p:nvPr>
            <p:custDataLst>
              <p:tags r:id="rId56"/>
            </p:custDataLst>
          </p:nvPr>
        </p:nvSpPr>
        <p:spPr>
          <a:xfrm>
            <a:off x="4679976" y="2206466"/>
            <a:ext cx="2851175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MusicManager </a:t>
            </a:r>
            <a:r>
              <a:rPr lang="zh-CN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单播放器互斥</a:t>
            </a:r>
            <a:endParaRPr lang="zh-CN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57"/>
            </p:custDataLst>
          </p:nvPr>
        </p:nvSpPr>
        <p:spPr>
          <a:xfrm>
            <a:off x="4679976" y="2797969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开场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单独识别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1" name="组合 120"/>
          <p:cNvGrpSpPr/>
          <p:nvPr/>
        </p:nvGrpSpPr>
        <p:grpSpPr>
          <a:xfrm>
            <a:off x="4537075" y="3528695"/>
            <a:ext cx="3117850" cy="704850"/>
            <a:chOff x="7145" y="5557"/>
            <a:chExt cx="4910" cy="1110"/>
          </a:xfrm>
        </p:grpSpPr>
        <p:sp>
          <p:nvSpPr>
            <p:cNvPr id="63" name="任意多边形 62"/>
            <p:cNvSpPr/>
            <p:nvPr>
              <p:custDataLst>
                <p:tags r:id="rId58"/>
              </p:custDataLst>
            </p:nvPr>
          </p:nvSpPr>
          <p:spPr>
            <a:xfrm>
              <a:off x="7145" y="5557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任意多边形 63"/>
            <p:cNvSpPr/>
            <p:nvPr>
              <p:custDataLst>
                <p:tags r:id="rId59"/>
              </p:custDataLst>
            </p:nvPr>
          </p:nvSpPr>
          <p:spPr>
            <a:xfrm>
              <a:off x="7182" y="5557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>
              <p:custDataLst>
                <p:tags r:id="rId60"/>
              </p:custDataLst>
            </p:nvPr>
          </p:nvSpPr>
          <p:spPr>
            <a:xfrm>
              <a:off x="12026" y="5575"/>
              <a:ext cx="29" cy="1074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>
              <p:custDataLst>
                <p:tags r:id="rId61"/>
              </p:custDataLst>
            </p:nvPr>
          </p:nvSpPr>
          <p:spPr>
            <a:xfrm>
              <a:off x="7182" y="6639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>
              <p:custDataLst>
                <p:tags r:id="rId62"/>
              </p:custDataLst>
            </p:nvPr>
          </p:nvSpPr>
          <p:spPr>
            <a:xfrm>
              <a:off x="7145" y="5562"/>
              <a:ext cx="54" cy="1100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9" name="文本框 68"/>
          <p:cNvSpPr txBox="1"/>
          <p:nvPr>
            <p:custDataLst>
              <p:tags r:id="rId63"/>
            </p:custDataLst>
          </p:nvPr>
        </p:nvSpPr>
        <p:spPr>
          <a:xfrm>
            <a:off x="4679976" y="3561397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只走视频音轨</a:t>
            </a:r>
            <a:endParaRPr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64"/>
            </p:custDataLst>
          </p:nvPr>
        </p:nvSpPr>
        <p:spPr>
          <a:xfrm>
            <a:off x="4679976" y="3867150"/>
            <a:ext cx="109277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停播</a:t>
            </a:r>
            <a:r>
              <a:rPr lang="en-US" altLang="zh-CN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BGM</a:t>
            </a:r>
            <a:endParaRPr lang="en-US" altLang="zh-CN"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2" name="组合 121"/>
          <p:cNvGrpSpPr/>
          <p:nvPr/>
        </p:nvGrpSpPr>
        <p:grpSpPr>
          <a:xfrm>
            <a:off x="4537075" y="4598035"/>
            <a:ext cx="3117850" cy="704850"/>
            <a:chOff x="7145" y="7241"/>
            <a:chExt cx="4910" cy="1110"/>
          </a:xfrm>
        </p:grpSpPr>
        <p:sp>
          <p:nvSpPr>
            <p:cNvPr id="71" name="任意多边形 70"/>
            <p:cNvSpPr/>
            <p:nvPr>
              <p:custDataLst>
                <p:tags r:id="rId65"/>
              </p:custDataLst>
            </p:nvPr>
          </p:nvSpPr>
          <p:spPr>
            <a:xfrm>
              <a:off x="7145" y="7241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任意多边形 71"/>
            <p:cNvSpPr/>
            <p:nvPr>
              <p:custDataLst>
                <p:tags r:id="rId66"/>
              </p:custDataLst>
            </p:nvPr>
          </p:nvSpPr>
          <p:spPr>
            <a:xfrm>
              <a:off x="7182" y="7241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任意多边形 72"/>
            <p:cNvSpPr/>
            <p:nvPr>
              <p:custDataLst>
                <p:tags r:id="rId67"/>
              </p:custDataLst>
            </p:nvPr>
          </p:nvSpPr>
          <p:spPr>
            <a:xfrm>
              <a:off x="12026" y="7258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任意多边形 73"/>
            <p:cNvSpPr/>
            <p:nvPr>
              <p:custDataLst>
                <p:tags r:id="rId68"/>
              </p:custDataLst>
            </p:nvPr>
          </p:nvSpPr>
          <p:spPr>
            <a:xfrm>
              <a:off x="7182" y="8323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任意多边形 74"/>
            <p:cNvSpPr/>
            <p:nvPr>
              <p:custDataLst>
                <p:tags r:id="rId69"/>
              </p:custDataLst>
            </p:nvPr>
          </p:nvSpPr>
          <p:spPr>
            <a:xfrm>
              <a:off x="7145" y="7245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7" name="文本框 76"/>
          <p:cNvSpPr txBox="1"/>
          <p:nvPr>
            <p:custDataLst>
              <p:tags r:id="rId70"/>
            </p:custDataLst>
          </p:nvPr>
        </p:nvSpPr>
        <p:spPr>
          <a:xfrm>
            <a:off x="4679976" y="4630579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HUD </a:t>
            </a:r>
            <a:r>
              <a:rPr lang="zh-CN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默认隐藏</a:t>
            </a:r>
            <a:endParaRPr lang="zh-CN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71"/>
            </p:custDataLst>
          </p:nvPr>
        </p:nvSpPr>
        <p:spPr>
          <a:xfrm>
            <a:off x="4679976" y="4936331"/>
            <a:ext cx="210562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过场用</a:t>
            </a:r>
            <a:r>
              <a:rPr lang="en-US" altLang="zh-CN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hold_hud </a:t>
            </a:r>
            <a:r>
              <a:rPr lang="zh-CN" altLang="en-US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锁死</a:t>
            </a:r>
            <a:endParaRPr lang="zh-CN" altLang="en-US"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任意多边形 78"/>
          <p:cNvSpPr/>
          <p:nvPr>
            <p:custDataLst>
              <p:tags r:id="rId72"/>
            </p:custDataLst>
          </p:nvPr>
        </p:nvSpPr>
        <p:spPr>
          <a:xfrm>
            <a:off x="4541520" y="5709920"/>
            <a:ext cx="1152525" cy="238125"/>
          </a:xfrm>
          <a:custGeom>
            <a:avLst/>
            <a:gdLst>
              <a:gd name="sw" fmla="*/ 1 w 1815"/>
              <a:gd name="sh" fmla="*/ 1 h 375"/>
              <a:gd name="mins" fmla="min sw sh"/>
              <a:gd name="dsw" fmla="+- 0 sw mins"/>
              <a:gd name="dsh" fmla="+- 0 sh mins"/>
              <a:gd name="p0x0" fmla="*/ 187 w 1815"/>
              <a:gd name="p0y0" fmla="*/ 0 h 375"/>
              <a:gd name="p0x1" fmla="*/ 1627 w 1815"/>
              <a:gd name="p0y1" fmla="*/ 0 h 375"/>
              <a:gd name="p0x2" fmla="*/ 1731 w 1815"/>
              <a:gd name="p0y2" fmla="*/ 0 h 375"/>
              <a:gd name="p0x3" fmla="*/ 1815 w 1815"/>
              <a:gd name="p0y3" fmla="*/ 83 h 375"/>
              <a:gd name="p0x4" fmla="*/ 1815 w 1815"/>
              <a:gd name="p0y4" fmla="*/ 187 h 375"/>
              <a:gd name="p0x5" fmla="*/ 1815 w 1815"/>
              <a:gd name="p0y5" fmla="*/ 291 h 375"/>
              <a:gd name="p0x6" fmla="*/ 1731 w 1815"/>
              <a:gd name="p0y6" fmla="*/ 375 h 375"/>
              <a:gd name="p0x7" fmla="*/ 1627 w 1815"/>
              <a:gd name="p0y7" fmla="*/ 375 h 375"/>
              <a:gd name="p0x8" fmla="*/ 187 w 1815"/>
              <a:gd name="p0y8" fmla="*/ 375 h 375"/>
              <a:gd name="p0x9" fmla="*/ 83 w 1815"/>
              <a:gd name="p0y9" fmla="*/ 375 h 375"/>
              <a:gd name="p0x10" fmla="*/ 0 w 1815"/>
              <a:gd name="p0y10" fmla="*/ 291 h 375"/>
              <a:gd name="p0x11" fmla="*/ 0 w 1815"/>
              <a:gd name="p0y11" fmla="*/ 187 h 375"/>
              <a:gd name="p0x12" fmla="*/ 0 w 1815"/>
              <a:gd name="p0y12" fmla="*/ 83 h 375"/>
              <a:gd name="p0x13" fmla="*/ 83 w 1815"/>
              <a:gd name="p0y13" fmla="*/ 0 h 375"/>
              <a:gd name="p0x14" fmla="*/ 187 w 181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>
            <p:custDataLst>
              <p:tags r:id="rId73"/>
            </p:custDataLst>
          </p:nvPr>
        </p:nvSpPr>
        <p:spPr>
          <a:xfrm>
            <a:off x="4660926" y="5744528"/>
            <a:ext cx="10668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4C9B8"/>
                </a:solidFill>
                <a:latin typeface="微软雅黑" panose="020B0503020204020204" charset="-122"/>
                <a:ea typeface="微软雅黑" panose="020B0503020204020204" charset="-122"/>
              </a:rPr>
              <a:t>单播放器互斥</a:t>
            </a:r>
            <a:endParaRPr sz="1200">
              <a:solidFill>
                <a:srgbClr val="F4C9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任意多边形 80"/>
          <p:cNvSpPr/>
          <p:nvPr>
            <p:custDataLst>
              <p:tags r:id="rId74"/>
            </p:custDataLst>
          </p:nvPr>
        </p:nvSpPr>
        <p:spPr>
          <a:xfrm>
            <a:off x="5779770" y="570992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>
            <p:custDataLst>
              <p:tags r:id="rId75"/>
            </p:custDataLst>
          </p:nvPr>
        </p:nvSpPr>
        <p:spPr>
          <a:xfrm>
            <a:off x="5899252" y="574452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4C9B8"/>
                </a:solidFill>
                <a:latin typeface="微软雅黑" panose="020B0503020204020204" charset="-122"/>
                <a:ea typeface="微软雅黑" panose="020B0503020204020204" charset="-122"/>
              </a:rPr>
              <a:t>开场识别</a:t>
            </a:r>
            <a:endParaRPr sz="1200">
              <a:solidFill>
                <a:srgbClr val="F4C9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任意多边形 82"/>
          <p:cNvSpPr/>
          <p:nvPr>
            <p:custDataLst>
              <p:tags r:id="rId76"/>
            </p:custDataLst>
          </p:nvPr>
        </p:nvSpPr>
        <p:spPr>
          <a:xfrm>
            <a:off x="4541520" y="6033770"/>
            <a:ext cx="1214120" cy="238125"/>
          </a:xfrm>
          <a:custGeom>
            <a:avLst/>
            <a:gdLst>
              <a:gd name="sw" fmla="*/ 1 w 1911"/>
              <a:gd name="sh" fmla="*/ 1 h 375"/>
              <a:gd name="mins" fmla="min sw sh"/>
              <a:gd name="dsw" fmla="+- 0 sw mins"/>
              <a:gd name="dsh" fmla="+- 0 sh mins"/>
              <a:gd name="p0x0" fmla="*/ 187 w 1911"/>
              <a:gd name="p0y0" fmla="*/ 0 h 375"/>
              <a:gd name="p0x1" fmla="*/ 1724 w 1911"/>
              <a:gd name="p0y1" fmla="*/ 0 h 375"/>
              <a:gd name="p0x2" fmla="*/ 1827 w 1911"/>
              <a:gd name="p0y2" fmla="*/ 0 h 375"/>
              <a:gd name="p0x3" fmla="*/ 1911 w 1911"/>
              <a:gd name="p0y3" fmla="*/ 83 h 375"/>
              <a:gd name="p0x4" fmla="*/ 1911 w 1911"/>
              <a:gd name="p0y4" fmla="*/ 187 h 375"/>
              <a:gd name="p0x5" fmla="*/ 1911 w 1911"/>
              <a:gd name="p0y5" fmla="*/ 291 h 375"/>
              <a:gd name="p0x6" fmla="*/ 1827 w 1911"/>
              <a:gd name="p0y6" fmla="*/ 375 h 375"/>
              <a:gd name="p0x7" fmla="*/ 1724 w 1911"/>
              <a:gd name="p0y7" fmla="*/ 375 h 375"/>
              <a:gd name="p0x8" fmla="*/ 187 w 1911"/>
              <a:gd name="p0y8" fmla="*/ 375 h 375"/>
              <a:gd name="p0x9" fmla="*/ 83 w 1911"/>
              <a:gd name="p0y9" fmla="*/ 375 h 375"/>
              <a:gd name="p0x10" fmla="*/ 0 w 1911"/>
              <a:gd name="p0y10" fmla="*/ 291 h 375"/>
              <a:gd name="p0x11" fmla="*/ 0 w 1911"/>
              <a:gd name="p0y11" fmla="*/ 187 h 375"/>
              <a:gd name="p0x12" fmla="*/ 0 w 1911"/>
              <a:gd name="p0y12" fmla="*/ 83 h 375"/>
              <a:gd name="p0x13" fmla="*/ 83 w 1911"/>
              <a:gd name="p0y13" fmla="*/ 0 h 375"/>
              <a:gd name="p0x14" fmla="*/ 187 w 1911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>
            <p:custDataLst>
              <p:tags r:id="rId77"/>
            </p:custDataLst>
          </p:nvPr>
        </p:nvSpPr>
        <p:spPr>
          <a:xfrm>
            <a:off x="4660926" y="6068378"/>
            <a:ext cx="1128265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en-US" sz="1200">
                <a:solidFill>
                  <a:srgbClr val="F4C9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hold_hud</a:t>
            </a:r>
            <a:r>
              <a:rPr lang="zh-CN" sz="1200">
                <a:solidFill>
                  <a:srgbClr val="F4C9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锁死</a:t>
            </a:r>
            <a:endParaRPr lang="zh-CN" sz="1200">
              <a:solidFill>
                <a:srgbClr val="F4C9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任意多边形 84"/>
          <p:cNvSpPr/>
          <p:nvPr>
            <p:custDataLst>
              <p:tags r:id="rId78"/>
            </p:custDataLst>
          </p:nvPr>
        </p:nvSpPr>
        <p:spPr>
          <a:xfrm>
            <a:off x="81070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23" name="组合 122"/>
          <p:cNvGrpSpPr/>
          <p:nvPr/>
        </p:nvGrpSpPr>
        <p:grpSpPr>
          <a:xfrm>
            <a:off x="8302625" y="1304925"/>
            <a:ext cx="3117850" cy="466090"/>
            <a:chOff x="13075" y="2055"/>
            <a:chExt cx="4910" cy="734"/>
          </a:xfrm>
        </p:grpSpPr>
        <p:sp>
          <p:nvSpPr>
            <p:cNvPr id="86" name="任意多边形 85"/>
            <p:cNvSpPr/>
            <p:nvPr>
              <p:custDataLst>
                <p:tags r:id="rId79"/>
              </p:custDataLst>
            </p:nvPr>
          </p:nvSpPr>
          <p:spPr>
            <a:xfrm>
              <a:off x="13075" y="2055"/>
              <a:ext cx="4910" cy="735"/>
            </a:xfrm>
            <a:custGeom>
              <a:avLst/>
              <a:gdLst>
                <a:gd name="sw" fmla="*/ 1 w 4910"/>
                <a:gd name="sh" fmla="*/ 1 h 735"/>
                <a:gd name="mins" fmla="min sw sh"/>
                <a:gd name="dsw" fmla="+- 0 sw mins"/>
                <a:gd name="dsh" fmla="+- 0 sh mins"/>
                <a:gd name="p0x0" fmla="*/ 0 w 4910"/>
                <a:gd name="p0y0" fmla="*/ 0 h 735"/>
                <a:gd name="p0x1" fmla="*/ 4910 w 4910"/>
                <a:gd name="p0y1" fmla="*/ 0 h 735"/>
                <a:gd name="p0x2" fmla="*/ 4910 w 4910"/>
                <a:gd name="p0y2" fmla="*/ 735 h 735"/>
                <a:gd name="p0x3" fmla="*/ 0 w 4910"/>
                <a:gd name="p0y3" fmla="*/ 735 h 735"/>
                <a:gd name="p0x4" fmla="*/ 0 w 49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任意多边形 86"/>
            <p:cNvSpPr/>
            <p:nvPr>
              <p:custDataLst>
                <p:tags r:id="rId80"/>
              </p:custDataLst>
            </p:nvPr>
          </p:nvSpPr>
          <p:spPr>
            <a:xfrm>
              <a:off x="13075" y="2775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4910 w 4910"/>
                <a:gd name="p0y0" fmla="*/ 15 h 15"/>
                <a:gd name="p0x1" fmla="*/ 0 w 4910"/>
                <a:gd name="p0y1" fmla="*/ 15 h 15"/>
                <a:gd name="p0x2" fmla="*/ 0 w 4910"/>
                <a:gd name="p0y2" fmla="*/ 0 h 15"/>
                <a:gd name="p0x3" fmla="*/ 4910 w 4910"/>
                <a:gd name="p0y3" fmla="*/ 0 h 15"/>
                <a:gd name="p0x4" fmla="*/ 4910 w 49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9" name="任意多边形 88"/>
          <p:cNvSpPr/>
          <p:nvPr>
            <p:custDataLst>
              <p:tags r:id="rId81"/>
            </p:custDataLst>
          </p:nvPr>
        </p:nvSpPr>
        <p:spPr>
          <a:xfrm>
            <a:off x="8307070" y="13093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60 w 525"/>
              <a:gd name="p0y0" fmla="*/ 0 h 525"/>
              <a:gd name="p0x1" fmla="*/ 465 w 525"/>
              <a:gd name="p0y1" fmla="*/ 0 h 525"/>
              <a:gd name="p0x2" fmla="*/ 498 w 525"/>
              <a:gd name="p0y2" fmla="*/ 0 h 525"/>
              <a:gd name="p0x3" fmla="*/ 525 w 525"/>
              <a:gd name="p0y3" fmla="*/ 26 h 525"/>
              <a:gd name="p0x4" fmla="*/ 525 w 525"/>
              <a:gd name="p0y4" fmla="*/ 60 h 525"/>
              <a:gd name="p0x5" fmla="*/ 525 w 525"/>
              <a:gd name="p0y5" fmla="*/ 465 h 525"/>
              <a:gd name="p0x6" fmla="*/ 525 w 525"/>
              <a:gd name="p0y6" fmla="*/ 498 h 525"/>
              <a:gd name="p0x7" fmla="*/ 498 w 525"/>
              <a:gd name="p0y7" fmla="*/ 525 h 525"/>
              <a:gd name="p0x8" fmla="*/ 465 w 525"/>
              <a:gd name="p0y8" fmla="*/ 525 h 525"/>
              <a:gd name="p0x9" fmla="*/ 60 w 525"/>
              <a:gd name="p0y9" fmla="*/ 525 h 525"/>
              <a:gd name="p0x10" fmla="*/ 26 w 525"/>
              <a:gd name="p0y10" fmla="*/ 525 h 525"/>
              <a:gd name="p0x11" fmla="*/ 0 w 525"/>
              <a:gd name="p0y11" fmla="*/ 498 h 525"/>
              <a:gd name="p0x12" fmla="*/ 0 w 525"/>
              <a:gd name="p0y12" fmla="*/ 465 h 525"/>
              <a:gd name="p0x13" fmla="*/ 0 w 525"/>
              <a:gd name="p0y13" fmla="*/ 60 h 525"/>
              <a:gd name="p0x14" fmla="*/ 0 w 525"/>
              <a:gd name="p0y14" fmla="*/ 26 h 525"/>
              <a:gd name="p0x15" fmla="*/ 26 w 525"/>
              <a:gd name="p0y15" fmla="*/ 0 h 525"/>
              <a:gd name="p0x16" fmla="*/ 6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0" name="图片 89"/>
          <p:cNvPicPr>
            <a:picLocks noChangeAspect="1"/>
          </p:cNvPicPr>
          <p:nvPr>
            <p:custDataLst>
              <p:tags r:id="rId82"/>
            </p:custDataLst>
          </p:nvPr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369300" y="1366520"/>
            <a:ext cx="209550" cy="214630"/>
          </a:xfrm>
          <a:prstGeom prst="rect">
            <a:avLst/>
          </a:prstGeom>
        </p:spPr>
      </p:pic>
      <p:sp>
        <p:nvSpPr>
          <p:cNvPr id="92" name="文本框 91"/>
          <p:cNvSpPr txBox="1"/>
          <p:nvPr>
            <p:custDataLst>
              <p:tags r:id="rId85"/>
            </p:custDataLst>
          </p:nvPr>
        </p:nvSpPr>
        <p:spPr>
          <a:xfrm>
            <a:off x="8759876" y="1293495"/>
            <a:ext cx="20016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实现效果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任意多边形 92"/>
          <p:cNvSpPr/>
          <p:nvPr>
            <p:custDataLst>
              <p:tags r:id="rId86"/>
            </p:custDataLst>
          </p:nvPr>
        </p:nvSpPr>
        <p:spPr>
          <a:xfrm>
            <a:off x="10880090" y="1333500"/>
            <a:ext cx="535305" cy="285750"/>
          </a:xfrm>
          <a:custGeom>
            <a:avLst/>
            <a:gdLst>
              <a:gd name="sw" fmla="*/ 1 w 842"/>
              <a:gd name="sh" fmla="*/ 1 h 450"/>
              <a:gd name="mins" fmla="min sw sh"/>
              <a:gd name="dsw" fmla="+- 0 sw mins"/>
              <a:gd name="dsh" fmla="+- 0 sh mins"/>
              <a:gd name="p0x0" fmla="*/ 225 w 842"/>
              <a:gd name="p0y0" fmla="*/ 0 h 450"/>
              <a:gd name="p0x1" fmla="*/ 617 w 842"/>
              <a:gd name="p0y1" fmla="*/ 0 h 450"/>
              <a:gd name="p0x2" fmla="*/ 742 w 842"/>
              <a:gd name="p0y2" fmla="*/ 0 h 450"/>
              <a:gd name="p0x3" fmla="*/ 842 w 842"/>
              <a:gd name="p0y3" fmla="*/ 100 h 450"/>
              <a:gd name="p0x4" fmla="*/ 842 w 842"/>
              <a:gd name="p0y4" fmla="*/ 225 h 450"/>
              <a:gd name="p0x5" fmla="*/ 842 w 842"/>
              <a:gd name="p0y5" fmla="*/ 349 h 450"/>
              <a:gd name="p0x6" fmla="*/ 742 w 842"/>
              <a:gd name="p0y6" fmla="*/ 450 h 450"/>
              <a:gd name="p0x7" fmla="*/ 617 w 842"/>
              <a:gd name="p0y7" fmla="*/ 450 h 450"/>
              <a:gd name="p0x8" fmla="*/ 225 w 842"/>
              <a:gd name="p0y8" fmla="*/ 450 h 450"/>
              <a:gd name="p0x9" fmla="*/ 100 w 842"/>
              <a:gd name="p0y9" fmla="*/ 450 h 450"/>
              <a:gd name="p0x10" fmla="*/ 0 w 842"/>
              <a:gd name="p0y10" fmla="*/ 349 h 450"/>
              <a:gd name="p0x11" fmla="*/ 0 w 842"/>
              <a:gd name="p0y11" fmla="*/ 225 h 450"/>
              <a:gd name="p0x12" fmla="*/ 0 w 842"/>
              <a:gd name="p0y12" fmla="*/ 100 h 450"/>
              <a:gd name="p0x13" fmla="*/ 100 w 842"/>
              <a:gd name="p0y13" fmla="*/ 0 h 450"/>
              <a:gd name="p0x14" fmla="*/ 225 w 842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文本框 93"/>
          <p:cNvSpPr txBox="1"/>
          <p:nvPr>
            <p:custDataLst>
              <p:tags r:id="rId87"/>
            </p:custDataLst>
          </p:nvPr>
        </p:nvSpPr>
        <p:spPr>
          <a:xfrm>
            <a:off x="10999660" y="1376363"/>
            <a:ext cx="4494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chemeClr val="accent1">
                    <a:lumMod val="42933"/>
                    <a:lumOff val="5706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sz="1200" b="1">
                <a:solidFill>
                  <a:schemeClr val="accent1">
                    <a:lumMod val="42933"/>
                    <a:lumOff val="5706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</a:t>
            </a:r>
            <a:endParaRPr lang="zh-CN" sz="1200" b="1">
              <a:solidFill>
                <a:schemeClr val="accent1">
                  <a:lumMod val="42933"/>
                  <a:lumOff val="5706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8302625" y="2733675"/>
            <a:ext cx="3117850" cy="704850"/>
            <a:chOff x="13075" y="4305"/>
            <a:chExt cx="4910" cy="1110"/>
          </a:xfrm>
        </p:grpSpPr>
        <p:sp>
          <p:nvSpPr>
            <p:cNvPr id="95" name="任意多边形 94"/>
            <p:cNvSpPr/>
            <p:nvPr>
              <p:custDataLst>
                <p:tags r:id="rId88"/>
              </p:custDataLst>
            </p:nvPr>
          </p:nvSpPr>
          <p:spPr>
            <a:xfrm>
              <a:off x="13075" y="4305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6" name="任意多边形 95"/>
            <p:cNvSpPr/>
            <p:nvPr>
              <p:custDataLst>
                <p:tags r:id="rId89"/>
              </p:custDataLst>
            </p:nvPr>
          </p:nvSpPr>
          <p:spPr>
            <a:xfrm>
              <a:off x="13112" y="4305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7" name="任意多边形 96"/>
            <p:cNvSpPr/>
            <p:nvPr>
              <p:custDataLst>
                <p:tags r:id="rId90"/>
              </p:custDataLst>
            </p:nvPr>
          </p:nvSpPr>
          <p:spPr>
            <a:xfrm>
              <a:off x="17956" y="4322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任意多边形 97"/>
            <p:cNvSpPr/>
            <p:nvPr>
              <p:custDataLst>
                <p:tags r:id="rId91"/>
              </p:custDataLst>
            </p:nvPr>
          </p:nvSpPr>
          <p:spPr>
            <a:xfrm>
              <a:off x="13112" y="5386"/>
              <a:ext cx="4855" cy="29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>
              <p:custDataLst>
                <p:tags r:id="rId92"/>
              </p:custDataLst>
            </p:nvPr>
          </p:nvSpPr>
          <p:spPr>
            <a:xfrm>
              <a:off x="13075" y="4309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1" name="文本框 100"/>
          <p:cNvSpPr txBox="1"/>
          <p:nvPr>
            <p:custDataLst>
              <p:tags r:id="rId93"/>
            </p:custDataLst>
          </p:nvPr>
        </p:nvSpPr>
        <p:spPr>
          <a:xfrm>
            <a:off x="8445551" y="2766060"/>
            <a:ext cx="298876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菜单</a:t>
            </a:r>
            <a:r>
              <a:rPr lang="en-US" altLang="zh-CN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关卡</a:t>
            </a:r>
            <a:r>
              <a:rPr lang="en-US" altLang="zh-CN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结局三轨干净</a:t>
            </a:r>
            <a:endParaRPr lang="zh-CN" altLang="en-US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文本框 101"/>
          <p:cNvSpPr txBox="1"/>
          <p:nvPr>
            <p:custDataLst>
              <p:tags r:id="rId94"/>
            </p:custDataLst>
          </p:nvPr>
        </p:nvSpPr>
        <p:spPr>
          <a:xfrm>
            <a:off x="8445551" y="3071813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声音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互不串扰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5" name="组合 124"/>
          <p:cNvGrpSpPr/>
          <p:nvPr/>
        </p:nvGrpSpPr>
        <p:grpSpPr>
          <a:xfrm>
            <a:off x="8302625" y="4362450"/>
            <a:ext cx="3117850" cy="704850"/>
            <a:chOff x="13075" y="6870"/>
            <a:chExt cx="4910" cy="1110"/>
          </a:xfrm>
        </p:grpSpPr>
        <p:sp>
          <p:nvSpPr>
            <p:cNvPr id="103" name="任意多边形 102"/>
            <p:cNvSpPr/>
            <p:nvPr>
              <p:custDataLst>
                <p:tags r:id="rId95"/>
              </p:custDataLst>
            </p:nvPr>
          </p:nvSpPr>
          <p:spPr>
            <a:xfrm>
              <a:off x="13075" y="6870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任意多边形 103"/>
            <p:cNvSpPr/>
            <p:nvPr>
              <p:custDataLst>
                <p:tags r:id="rId96"/>
              </p:custDataLst>
            </p:nvPr>
          </p:nvSpPr>
          <p:spPr>
            <a:xfrm>
              <a:off x="13112" y="6870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任意多边形 104"/>
            <p:cNvSpPr/>
            <p:nvPr>
              <p:custDataLst>
                <p:tags r:id="rId97"/>
              </p:custDataLst>
            </p:nvPr>
          </p:nvSpPr>
          <p:spPr>
            <a:xfrm>
              <a:off x="17956" y="6887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任意多边形 105"/>
            <p:cNvSpPr/>
            <p:nvPr>
              <p:custDataLst>
                <p:tags r:id="rId98"/>
              </p:custDataLst>
            </p:nvPr>
          </p:nvSpPr>
          <p:spPr>
            <a:xfrm>
              <a:off x="13112" y="7951"/>
              <a:ext cx="4855" cy="29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任意多边形 106"/>
            <p:cNvSpPr/>
            <p:nvPr>
              <p:custDataLst>
                <p:tags r:id="rId99"/>
              </p:custDataLst>
            </p:nvPr>
          </p:nvSpPr>
          <p:spPr>
            <a:xfrm>
              <a:off x="13075" y="6874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9" name="文本框 108"/>
          <p:cNvSpPr txBox="1"/>
          <p:nvPr>
            <p:custDataLst>
              <p:tags r:id="rId100"/>
            </p:custDataLst>
          </p:nvPr>
        </p:nvSpPr>
        <p:spPr>
          <a:xfrm>
            <a:off x="8445551" y="4394835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开场不见血条</a:t>
            </a:r>
            <a:endParaRPr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109"/>
          <p:cNvSpPr txBox="1"/>
          <p:nvPr>
            <p:custDataLst>
              <p:tags r:id="rId101"/>
            </p:custDataLst>
          </p:nvPr>
        </p:nvSpPr>
        <p:spPr>
          <a:xfrm>
            <a:off x="8445551" y="4700588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也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不见关卡名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任意多边形 110"/>
          <p:cNvSpPr/>
          <p:nvPr>
            <p:custDataLst>
              <p:tags r:id="rId102"/>
            </p:custDataLst>
          </p:nvPr>
        </p:nvSpPr>
        <p:spPr>
          <a:xfrm>
            <a:off x="8307070" y="603377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>
            <p:custDataLst>
              <p:tags r:id="rId103"/>
            </p:custDataLst>
          </p:nvPr>
        </p:nvSpPr>
        <p:spPr>
          <a:xfrm>
            <a:off x="8426501" y="606837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4C9B8"/>
                </a:solidFill>
                <a:latin typeface="微软雅黑" panose="020B0503020204020204" charset="-122"/>
                <a:ea typeface="微软雅黑" panose="020B0503020204020204" charset="-122"/>
              </a:rPr>
              <a:t>三轨干净</a:t>
            </a:r>
            <a:endParaRPr sz="1200">
              <a:solidFill>
                <a:srgbClr val="F4C9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任意多边形 112"/>
          <p:cNvSpPr/>
          <p:nvPr>
            <p:custDataLst>
              <p:tags r:id="rId104"/>
            </p:custDataLst>
          </p:nvPr>
        </p:nvSpPr>
        <p:spPr>
          <a:xfrm>
            <a:off x="9240520" y="6033770"/>
            <a:ext cx="1000125" cy="238125"/>
          </a:xfrm>
          <a:custGeom>
            <a:avLst/>
            <a:gdLst>
              <a:gd name="sw" fmla="*/ 1 w 1575"/>
              <a:gd name="sh" fmla="*/ 1 h 375"/>
              <a:gd name="mins" fmla="min sw sh"/>
              <a:gd name="dsw" fmla="+- 0 sw mins"/>
              <a:gd name="dsh" fmla="+- 0 sh mins"/>
              <a:gd name="p0x0" fmla="*/ 187 w 1575"/>
              <a:gd name="p0y0" fmla="*/ 0 h 375"/>
              <a:gd name="p0x1" fmla="*/ 1387 w 1575"/>
              <a:gd name="p0y1" fmla="*/ 0 h 375"/>
              <a:gd name="p0x2" fmla="*/ 1491 w 1575"/>
              <a:gd name="p0y2" fmla="*/ 0 h 375"/>
              <a:gd name="p0x3" fmla="*/ 1575 w 1575"/>
              <a:gd name="p0y3" fmla="*/ 83 h 375"/>
              <a:gd name="p0x4" fmla="*/ 1575 w 1575"/>
              <a:gd name="p0y4" fmla="*/ 187 h 375"/>
              <a:gd name="p0x5" fmla="*/ 1575 w 1575"/>
              <a:gd name="p0y5" fmla="*/ 291 h 375"/>
              <a:gd name="p0x6" fmla="*/ 1491 w 1575"/>
              <a:gd name="p0y6" fmla="*/ 375 h 375"/>
              <a:gd name="p0x7" fmla="*/ 1387 w 1575"/>
              <a:gd name="p0y7" fmla="*/ 375 h 375"/>
              <a:gd name="p0x8" fmla="*/ 187 w 1575"/>
              <a:gd name="p0y8" fmla="*/ 375 h 375"/>
              <a:gd name="p0x9" fmla="*/ 83 w 1575"/>
              <a:gd name="p0y9" fmla="*/ 375 h 375"/>
              <a:gd name="p0x10" fmla="*/ 0 w 1575"/>
              <a:gd name="p0y10" fmla="*/ 291 h 375"/>
              <a:gd name="p0x11" fmla="*/ 0 w 1575"/>
              <a:gd name="p0y11" fmla="*/ 187 h 375"/>
              <a:gd name="p0x12" fmla="*/ 0 w 1575"/>
              <a:gd name="p0y12" fmla="*/ 83 h 375"/>
              <a:gd name="p0x13" fmla="*/ 83 w 1575"/>
              <a:gd name="p0y13" fmla="*/ 0 h 375"/>
              <a:gd name="p0x14" fmla="*/ 187 w 157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文本框 113"/>
          <p:cNvSpPr txBox="1"/>
          <p:nvPr>
            <p:custDataLst>
              <p:tags r:id="rId105"/>
            </p:custDataLst>
          </p:nvPr>
        </p:nvSpPr>
        <p:spPr>
          <a:xfrm>
            <a:off x="9360027" y="6068378"/>
            <a:ext cx="9144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4C9B8"/>
                </a:solidFill>
                <a:latin typeface="微软雅黑" panose="020B0503020204020204" charset="-122"/>
                <a:ea typeface="微软雅黑" panose="020B0503020204020204" charset="-122"/>
              </a:rPr>
              <a:t>开场无杂物</a:t>
            </a:r>
            <a:endParaRPr sz="1200">
              <a:solidFill>
                <a:srgbClr val="F4C9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程序化关卡跳跃不可达</a:t>
            </a:r>
            <a:endParaRPr sz="30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5759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5" name="组合 104"/>
          <p:cNvGrpSpPr/>
          <p:nvPr/>
        </p:nvGrpSpPr>
        <p:grpSpPr>
          <a:xfrm>
            <a:off x="771525" y="1304925"/>
            <a:ext cx="3117850" cy="466090"/>
            <a:chOff x="1215" y="2055"/>
            <a:chExt cx="4910" cy="734"/>
          </a:xfrm>
        </p:grpSpPr>
        <p:sp>
          <p:nvSpPr>
            <p:cNvPr id="6" name="任意多边形 5"/>
            <p:cNvSpPr/>
            <p:nvPr>
              <p:custDataLst>
                <p:tags r:id="rId5"/>
              </p:custDataLst>
            </p:nvPr>
          </p:nvSpPr>
          <p:spPr>
            <a:xfrm>
              <a:off x="1215" y="2055"/>
              <a:ext cx="4910" cy="735"/>
            </a:xfrm>
            <a:custGeom>
              <a:avLst/>
              <a:gdLst>
                <a:gd name="sw" fmla="*/ 1 w 4910"/>
                <a:gd name="sh" fmla="*/ 1 h 735"/>
                <a:gd name="mins" fmla="min sw sh"/>
                <a:gd name="dsw" fmla="+- 0 sw mins"/>
                <a:gd name="dsh" fmla="+- 0 sh mins"/>
                <a:gd name="p0x0" fmla="*/ 0 w 4910"/>
                <a:gd name="p0y0" fmla="*/ 0 h 735"/>
                <a:gd name="p0x1" fmla="*/ 4910 w 4910"/>
                <a:gd name="p0y1" fmla="*/ 0 h 735"/>
                <a:gd name="p0x2" fmla="*/ 4910 w 4910"/>
                <a:gd name="p0y2" fmla="*/ 735 h 735"/>
                <a:gd name="p0x3" fmla="*/ 0 w 4910"/>
                <a:gd name="p0y3" fmla="*/ 735 h 735"/>
                <a:gd name="p0x4" fmla="*/ 0 w 49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>
              <p:custDataLst>
                <p:tags r:id="rId6"/>
              </p:custDataLst>
            </p:nvPr>
          </p:nvSpPr>
          <p:spPr>
            <a:xfrm>
              <a:off x="1215" y="2775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4910 w 4910"/>
                <a:gd name="p0y0" fmla="*/ 15 h 15"/>
                <a:gd name="p0x1" fmla="*/ 0 w 4910"/>
                <a:gd name="p0y1" fmla="*/ 15 h 15"/>
                <a:gd name="p0x2" fmla="*/ 0 w 4910"/>
                <a:gd name="p0y2" fmla="*/ 0 h 15"/>
                <a:gd name="p0x3" fmla="*/ 4910 w 4910"/>
                <a:gd name="p0y3" fmla="*/ 0 h 15"/>
                <a:gd name="p0x4" fmla="*/ 4910 w 49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775970" y="13093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60 w 525"/>
              <a:gd name="p0y0" fmla="*/ 0 h 525"/>
              <a:gd name="p0x1" fmla="*/ 465 w 525"/>
              <a:gd name="p0y1" fmla="*/ 0 h 525"/>
              <a:gd name="p0x2" fmla="*/ 498 w 525"/>
              <a:gd name="p0y2" fmla="*/ 0 h 525"/>
              <a:gd name="p0x3" fmla="*/ 525 w 525"/>
              <a:gd name="p0y3" fmla="*/ 26 h 525"/>
              <a:gd name="p0x4" fmla="*/ 525 w 525"/>
              <a:gd name="p0y4" fmla="*/ 60 h 525"/>
              <a:gd name="p0x5" fmla="*/ 525 w 525"/>
              <a:gd name="p0y5" fmla="*/ 465 h 525"/>
              <a:gd name="p0x6" fmla="*/ 525 w 525"/>
              <a:gd name="p0y6" fmla="*/ 498 h 525"/>
              <a:gd name="p0x7" fmla="*/ 498 w 525"/>
              <a:gd name="p0y7" fmla="*/ 525 h 525"/>
              <a:gd name="p0x8" fmla="*/ 465 w 525"/>
              <a:gd name="p0y8" fmla="*/ 525 h 525"/>
              <a:gd name="p0x9" fmla="*/ 60 w 525"/>
              <a:gd name="p0y9" fmla="*/ 525 h 525"/>
              <a:gd name="p0x10" fmla="*/ 26 w 525"/>
              <a:gd name="p0y10" fmla="*/ 525 h 525"/>
              <a:gd name="p0x11" fmla="*/ 0 w 525"/>
              <a:gd name="p0y11" fmla="*/ 498 h 525"/>
              <a:gd name="p0x12" fmla="*/ 0 w 525"/>
              <a:gd name="p0y12" fmla="*/ 465 h 525"/>
              <a:gd name="p0x13" fmla="*/ 0 w 525"/>
              <a:gd name="p0y13" fmla="*/ 60 h 525"/>
              <a:gd name="p0x14" fmla="*/ 0 w 525"/>
              <a:gd name="p0y14" fmla="*/ 26 h 525"/>
              <a:gd name="p0x15" fmla="*/ 26 w 525"/>
              <a:gd name="p0y15" fmla="*/ 0 h 525"/>
              <a:gd name="p0x16" fmla="*/ 6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f975e46b-a82a-11f1-acf5-8ada245b6ded"/>
          <p:cNvPicPr/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838200" y="1371600"/>
            <a:ext cx="209550" cy="20955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1228725" y="1293495"/>
            <a:ext cx="26606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难点分析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771525" y="2644140"/>
            <a:ext cx="3117850" cy="1009650"/>
            <a:chOff x="1215" y="4164"/>
            <a:chExt cx="4910" cy="1590"/>
          </a:xfrm>
        </p:grpSpPr>
        <p:sp>
          <p:nvSpPr>
            <p:cNvPr id="14" name="任意多边形 13"/>
            <p:cNvSpPr/>
            <p:nvPr>
              <p:custDataLst>
                <p:tags r:id="rId12"/>
              </p:custDataLst>
            </p:nvPr>
          </p:nvSpPr>
          <p:spPr>
            <a:xfrm>
              <a:off x="1215" y="4164"/>
              <a:ext cx="4910" cy="1590"/>
            </a:xfrm>
            <a:custGeom>
              <a:avLst/>
              <a:gdLst>
                <a:gd name="sw" fmla="*/ 1 w 4910"/>
                <a:gd name="sh" fmla="*/ 1 h 1590"/>
                <a:gd name="mins" fmla="min sw sh"/>
                <a:gd name="dsw" fmla="+- 0 sw mins"/>
                <a:gd name="dsh" fmla="+- 0 sh mins"/>
                <a:gd name="p0x0" fmla="*/ 60 w 4910"/>
                <a:gd name="p0y0" fmla="*/ 0 h 1590"/>
                <a:gd name="p0x1" fmla="*/ 4850 w 4910"/>
                <a:gd name="p0y1" fmla="*/ 0 h 1590"/>
                <a:gd name="p0x2" fmla="*/ 4883 w 4910"/>
                <a:gd name="p0y2" fmla="*/ 0 h 1590"/>
                <a:gd name="p0x3" fmla="*/ 4910 w 4910"/>
                <a:gd name="p0y3" fmla="*/ 26 h 1590"/>
                <a:gd name="p0x4" fmla="*/ 4910 w 4910"/>
                <a:gd name="p0y4" fmla="*/ 60 h 1590"/>
                <a:gd name="p0x5" fmla="*/ 4910 w 4910"/>
                <a:gd name="p0y5" fmla="*/ 1530 h 1590"/>
                <a:gd name="p0x6" fmla="*/ 4910 w 4910"/>
                <a:gd name="p0y6" fmla="*/ 1563 h 1590"/>
                <a:gd name="p0x7" fmla="*/ 4883 w 4910"/>
                <a:gd name="p0y7" fmla="*/ 1590 h 1590"/>
                <a:gd name="p0x8" fmla="*/ 4850 w 4910"/>
                <a:gd name="p0y8" fmla="*/ 1590 h 1590"/>
                <a:gd name="p0x9" fmla="*/ 60 w 4910"/>
                <a:gd name="p0y9" fmla="*/ 1590 h 1590"/>
                <a:gd name="p0x10" fmla="*/ 26 w 4910"/>
                <a:gd name="p0y10" fmla="*/ 1590 h 1590"/>
                <a:gd name="p0x11" fmla="*/ 0 w 4910"/>
                <a:gd name="p0y11" fmla="*/ 1563 h 1590"/>
                <a:gd name="p0x12" fmla="*/ 0 w 4910"/>
                <a:gd name="p0y12" fmla="*/ 1530 h 1590"/>
                <a:gd name="p0x13" fmla="*/ 0 w 4910"/>
                <a:gd name="p0y13" fmla="*/ 60 h 1590"/>
                <a:gd name="p0x14" fmla="*/ 0 w 4910"/>
                <a:gd name="p0y14" fmla="*/ 26 h 1590"/>
                <a:gd name="p0x15" fmla="*/ 26 w 4910"/>
                <a:gd name="p0y15" fmla="*/ 0 h 1590"/>
                <a:gd name="p0x16" fmla="*/ 60 w 4910"/>
                <a:gd name="p0y16" fmla="*/ 0 h 15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13"/>
              </p:custDataLst>
            </p:nvPr>
          </p:nvSpPr>
          <p:spPr>
            <a:xfrm>
              <a:off x="1252" y="4164"/>
              <a:ext cx="4855" cy="29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>
              <p:custDataLst>
                <p:tags r:id="rId14"/>
              </p:custDataLst>
            </p:nvPr>
          </p:nvSpPr>
          <p:spPr>
            <a:xfrm>
              <a:off x="6096" y="4182"/>
              <a:ext cx="29" cy="1555"/>
            </a:xfrm>
            <a:custGeom>
              <a:avLst/>
              <a:gdLst>
                <a:gd name="sw" fmla="*/ 1 w 28"/>
                <a:gd name="sh" fmla="*/ 1 h 1554"/>
                <a:gd name="mins" fmla="min sw sh"/>
                <a:gd name="dsw" fmla="+- 0 sw mins"/>
                <a:gd name="dsh" fmla="+- 0 sh mins"/>
                <a:gd name="p0x0" fmla="*/ 28 w 28"/>
                <a:gd name="p0y0" fmla="*/ 42 h 1554"/>
                <a:gd name="p0x1" fmla="*/ 28 w 28"/>
                <a:gd name="p0y1" fmla="*/ 1512 h 1554"/>
                <a:gd name="p0x2" fmla="*/ 28 w 28"/>
                <a:gd name="p0y2" fmla="*/ 1528 h 1554"/>
                <a:gd name="p0x3" fmla="*/ 21 w 28"/>
                <a:gd name="p0y3" fmla="*/ 1543 h 1554"/>
                <a:gd name="p0x4" fmla="*/ 10 w 28"/>
                <a:gd name="p0y4" fmla="*/ 1554 h 1554"/>
                <a:gd name="p0x5" fmla="*/ 0 w 28"/>
                <a:gd name="p0y5" fmla="*/ 1544 h 1554"/>
                <a:gd name="p0x6" fmla="*/ 8 w 28"/>
                <a:gd name="p0y6" fmla="*/ 1536 h 1554"/>
                <a:gd name="p0x7" fmla="*/ 13 w 28"/>
                <a:gd name="p0y7" fmla="*/ 1524 h 1554"/>
                <a:gd name="p0x8" fmla="*/ 13 w 28"/>
                <a:gd name="p0y8" fmla="*/ 1512 h 1554"/>
                <a:gd name="p0x9" fmla="*/ 13 w 28"/>
                <a:gd name="p0y9" fmla="*/ 42 h 1554"/>
                <a:gd name="p0x10" fmla="*/ 13 w 28"/>
                <a:gd name="p0y10" fmla="*/ 30 h 1554"/>
                <a:gd name="p0x11" fmla="*/ 8 w 28"/>
                <a:gd name="p0y11" fmla="*/ 18 h 1554"/>
                <a:gd name="p0x12" fmla="*/ 0 w 28"/>
                <a:gd name="p0y12" fmla="*/ 10 h 1554"/>
                <a:gd name="p0x13" fmla="*/ 10 w 28"/>
                <a:gd name="p0y13" fmla="*/ 0 h 1554"/>
                <a:gd name="p0x14" fmla="*/ 21 w 28"/>
                <a:gd name="p0y14" fmla="*/ 10 h 1554"/>
                <a:gd name="p0x15" fmla="*/ 28 w 28"/>
                <a:gd name="p0y15" fmla="*/ 25 h 1554"/>
                <a:gd name="p0x16" fmla="*/ 28 w 28"/>
                <a:gd name="p0y16" fmla="*/ 42 h 155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15"/>
              </p:custDataLst>
            </p:nvPr>
          </p:nvSpPr>
          <p:spPr>
            <a:xfrm>
              <a:off x="1252" y="5726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16"/>
              </p:custDataLst>
            </p:nvPr>
          </p:nvSpPr>
          <p:spPr>
            <a:xfrm>
              <a:off x="1215" y="4169"/>
              <a:ext cx="54" cy="1581"/>
            </a:xfrm>
            <a:custGeom>
              <a:avLst/>
              <a:gdLst>
                <a:gd name="sw" fmla="*/ 1 w 54"/>
                <a:gd name="sh" fmla="*/ 1 h 1580"/>
                <a:gd name="mins" fmla="min sw sh"/>
                <a:gd name="dsw" fmla="+- 0 sw mins"/>
                <a:gd name="dsh" fmla="+- 0 sh mins"/>
                <a:gd name="p0x0" fmla="*/ 0 w 54"/>
                <a:gd name="p0y0" fmla="*/ 1525 h 1580"/>
                <a:gd name="p0x1" fmla="*/ 0 w 54"/>
                <a:gd name="p0y1" fmla="*/ 55 h 1580"/>
                <a:gd name="p0x2" fmla="*/ 0 w 54"/>
                <a:gd name="p0y2" fmla="*/ 30 h 1580"/>
                <a:gd name="p0x3" fmla="*/ 15 w 54"/>
                <a:gd name="p0y3" fmla="*/ 9 h 1580"/>
                <a:gd name="p0x4" fmla="*/ 37 w 54"/>
                <a:gd name="p0y4" fmla="*/ 0 h 1580"/>
                <a:gd name="p0x5" fmla="*/ 54 w 54"/>
                <a:gd name="p0y5" fmla="*/ 13 h 1580"/>
                <a:gd name="p0x6" fmla="*/ 54 w 54"/>
                <a:gd name="p0y6" fmla="*/ 13 h 1580"/>
                <a:gd name="p0x7" fmla="*/ 48 w 54"/>
                <a:gd name="p0y7" fmla="*/ 20 h 1580"/>
                <a:gd name="p0x8" fmla="*/ 45 w 54"/>
                <a:gd name="p0y8" fmla="*/ 36 h 1580"/>
                <a:gd name="p0x9" fmla="*/ 45 w 54"/>
                <a:gd name="p0y9" fmla="*/ 55 h 1580"/>
                <a:gd name="p0x10" fmla="*/ 45 w 54"/>
                <a:gd name="p0y10" fmla="*/ 1525 h 1580"/>
                <a:gd name="p0x11" fmla="*/ 45 w 54"/>
                <a:gd name="p0y11" fmla="*/ 1544 h 1580"/>
                <a:gd name="p0x12" fmla="*/ 48 w 54"/>
                <a:gd name="p0y12" fmla="*/ 1560 h 1580"/>
                <a:gd name="p0x13" fmla="*/ 54 w 54"/>
                <a:gd name="p0y13" fmla="*/ 1567 h 1580"/>
                <a:gd name="p0x14" fmla="*/ 37 w 54"/>
                <a:gd name="p0y14" fmla="*/ 1580 h 1580"/>
                <a:gd name="p0x15" fmla="*/ 37 w 54"/>
                <a:gd name="p0y15" fmla="*/ 1580 h 1580"/>
                <a:gd name="p0x16" fmla="*/ 15 w 54"/>
                <a:gd name="p0y16" fmla="*/ 1571 h 1580"/>
                <a:gd name="p0x17" fmla="*/ 0 w 54"/>
                <a:gd name="p0y17" fmla="*/ 1550 h 1580"/>
                <a:gd name="p0x18" fmla="*/ 0 w 54"/>
                <a:gd name="p0y18" fmla="*/ 1525 h 15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914400" y="2677135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跳板间距超限</a:t>
            </a:r>
            <a:endParaRPr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914400" y="2982887"/>
            <a:ext cx="291599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间距超过</a:t>
            </a:r>
            <a:r>
              <a:rPr lang="en-US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max_speed </a:t>
            </a:r>
            <a:r>
              <a:rPr lang="zh-CN" altLang="en-US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滞空时间</a:t>
            </a:r>
            <a:endParaRPr lang="zh-CN" altLang="en-US"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会卡关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771525" y="4488815"/>
            <a:ext cx="3117850" cy="704850"/>
            <a:chOff x="1215" y="7069"/>
            <a:chExt cx="4910" cy="1110"/>
          </a:xfrm>
        </p:grpSpPr>
        <p:sp>
          <p:nvSpPr>
            <p:cNvPr id="22" name="任意多边形 21"/>
            <p:cNvSpPr/>
            <p:nvPr>
              <p:custDataLst>
                <p:tags r:id="rId19"/>
              </p:custDataLst>
            </p:nvPr>
          </p:nvSpPr>
          <p:spPr>
            <a:xfrm>
              <a:off x="1215" y="7069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0"/>
              </p:custDataLst>
            </p:nvPr>
          </p:nvSpPr>
          <p:spPr>
            <a:xfrm>
              <a:off x="1252" y="7069"/>
              <a:ext cx="4855" cy="29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21"/>
              </p:custDataLst>
            </p:nvPr>
          </p:nvSpPr>
          <p:spPr>
            <a:xfrm>
              <a:off x="6096" y="7087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>
              <p:custDataLst>
                <p:tags r:id="rId22"/>
              </p:custDataLst>
            </p:nvPr>
          </p:nvSpPr>
          <p:spPr>
            <a:xfrm>
              <a:off x="1252" y="8151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3"/>
              </p:custDataLst>
            </p:nvPr>
          </p:nvSpPr>
          <p:spPr>
            <a:xfrm>
              <a:off x="1215" y="7074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914400" y="4521784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狐妖漂太高</a:t>
            </a:r>
            <a:endParaRPr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>
            <a:off x="914400" y="4827537"/>
            <a:ext cx="28511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二连跳够不着灯与碎星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6"/>
            </p:custDataLst>
          </p:nvPr>
        </p:nvSpPr>
        <p:spPr>
          <a:xfrm>
            <a:off x="775970" y="6071870"/>
            <a:ext cx="847725" cy="200025"/>
          </a:xfrm>
          <a:custGeom>
            <a:avLst/>
            <a:gdLst>
              <a:gd name="sw" fmla="*/ 1 w 1335"/>
              <a:gd name="sh" fmla="*/ 1 h 315"/>
              <a:gd name="mins" fmla="min sw sh"/>
              <a:gd name="dsw" fmla="+- 0 sw mins"/>
              <a:gd name="dsh" fmla="+- 0 sh mins"/>
              <a:gd name="p0x0" fmla="*/ 157 w 1335"/>
              <a:gd name="p0y0" fmla="*/ 0 h 315"/>
              <a:gd name="p0x1" fmla="*/ 1177 w 1335"/>
              <a:gd name="p0y1" fmla="*/ 0 h 315"/>
              <a:gd name="p0x2" fmla="*/ 1264 w 1335"/>
              <a:gd name="p0y2" fmla="*/ 0 h 315"/>
              <a:gd name="p0x3" fmla="*/ 1335 w 1335"/>
              <a:gd name="p0y3" fmla="*/ 70 h 315"/>
              <a:gd name="p0x4" fmla="*/ 1335 w 1335"/>
              <a:gd name="p0y4" fmla="*/ 157 h 315"/>
              <a:gd name="p0x5" fmla="*/ 1335 w 1335"/>
              <a:gd name="p0y5" fmla="*/ 244 h 315"/>
              <a:gd name="p0x6" fmla="*/ 1264 w 1335"/>
              <a:gd name="p0y6" fmla="*/ 315 h 315"/>
              <a:gd name="p0x7" fmla="*/ 1177 w 1335"/>
              <a:gd name="p0y7" fmla="*/ 315 h 315"/>
              <a:gd name="p0x8" fmla="*/ 157 w 1335"/>
              <a:gd name="p0y8" fmla="*/ 315 h 315"/>
              <a:gd name="p0x9" fmla="*/ 70 w 1335"/>
              <a:gd name="p0y9" fmla="*/ 315 h 315"/>
              <a:gd name="p0x10" fmla="*/ 0 w 1335"/>
              <a:gd name="p0y10" fmla="*/ 244 h 315"/>
              <a:gd name="p0x11" fmla="*/ 0 w 1335"/>
              <a:gd name="p0y11" fmla="*/ 157 h 315"/>
              <a:gd name="p0x12" fmla="*/ 0 w 1335"/>
              <a:gd name="p0y12" fmla="*/ 70 h 315"/>
              <a:gd name="p0x13" fmla="*/ 70 w 1335"/>
              <a:gd name="p0y13" fmla="*/ 0 h 315"/>
              <a:gd name="p0x14" fmla="*/ 157 w 1335"/>
              <a:gd name="p0y14" fmla="*/ 0 h 3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7"/>
            </p:custDataLst>
          </p:nvPr>
        </p:nvSpPr>
        <p:spPr>
          <a:xfrm>
            <a:off x="895350" y="608742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chemeClr val="accent1">
                    <a:lumMod val="42933"/>
                    <a:lumOff val="5706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跳板间距</a:t>
            </a:r>
            <a:endParaRPr sz="1200" b="1">
              <a:solidFill>
                <a:schemeClr val="accent1">
                  <a:lumMod val="42933"/>
                  <a:lumOff val="5706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28"/>
            </p:custDataLst>
          </p:nvPr>
        </p:nvSpPr>
        <p:spPr>
          <a:xfrm>
            <a:off x="1704975" y="6067425"/>
            <a:ext cx="838200" cy="209550"/>
          </a:xfrm>
          <a:custGeom>
            <a:avLst/>
            <a:gdLst>
              <a:gd name="sw" fmla="*/ 1 w 1320"/>
              <a:gd name="sh" fmla="*/ 1 h 330"/>
              <a:gd name="mins" fmla="min sw sh"/>
              <a:gd name="dsw" fmla="+- 0 sw mins"/>
              <a:gd name="dsh" fmla="+- 0 sh mins"/>
              <a:gd name="p0x0" fmla="*/ 165 w 1320"/>
              <a:gd name="p0y0" fmla="*/ 0 h 330"/>
              <a:gd name="p0x1" fmla="*/ 1155 w 1320"/>
              <a:gd name="p0y1" fmla="*/ 0 h 330"/>
              <a:gd name="p0x2" fmla="*/ 1246 w 1320"/>
              <a:gd name="p0y2" fmla="*/ 0 h 330"/>
              <a:gd name="p0x3" fmla="*/ 1320 w 1320"/>
              <a:gd name="p0y3" fmla="*/ 73 h 330"/>
              <a:gd name="p0x4" fmla="*/ 1320 w 1320"/>
              <a:gd name="p0y4" fmla="*/ 165 h 330"/>
              <a:gd name="p0x5" fmla="*/ 1320 w 1320"/>
              <a:gd name="p0y5" fmla="*/ 256 h 330"/>
              <a:gd name="p0x6" fmla="*/ 1246 w 1320"/>
              <a:gd name="p0y6" fmla="*/ 330 h 330"/>
              <a:gd name="p0x7" fmla="*/ 1155 w 1320"/>
              <a:gd name="p0y7" fmla="*/ 330 h 330"/>
              <a:gd name="p0x8" fmla="*/ 165 w 1320"/>
              <a:gd name="p0y8" fmla="*/ 330 h 330"/>
              <a:gd name="p0x9" fmla="*/ 73 w 1320"/>
              <a:gd name="p0y9" fmla="*/ 330 h 330"/>
              <a:gd name="p0x10" fmla="*/ 0 w 1320"/>
              <a:gd name="p0y10" fmla="*/ 256 h 330"/>
              <a:gd name="p0x11" fmla="*/ 0 w 1320"/>
              <a:gd name="p0y11" fmla="*/ 165 h 330"/>
              <a:gd name="p0x12" fmla="*/ 0 w 1320"/>
              <a:gd name="p0y12" fmla="*/ 73 h 330"/>
              <a:gd name="p0x13" fmla="*/ 73 w 1320"/>
              <a:gd name="p0y13" fmla="*/ 0 h 330"/>
              <a:gd name="p0x14" fmla="*/ 165 w 1320"/>
              <a:gd name="p0y14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29"/>
            </p:custDataLst>
          </p:nvPr>
        </p:nvSpPr>
        <p:spPr>
          <a:xfrm>
            <a:off x="1819351" y="608742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F2D9A0"/>
                </a:solidFill>
                <a:latin typeface="微软雅黑" panose="020B0503020204020204" charset="-122"/>
                <a:ea typeface="微软雅黑" panose="020B0503020204020204" charset="-122"/>
              </a:rPr>
              <a:t>狐妖漂高</a:t>
            </a:r>
            <a:endParaRPr sz="1200" b="1">
              <a:solidFill>
                <a:srgbClr val="F2D9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0"/>
            </p:custDataLst>
          </p:nvPr>
        </p:nvSpPr>
        <p:spPr>
          <a:xfrm>
            <a:off x="434149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8" name="组合 107"/>
          <p:cNvGrpSpPr/>
          <p:nvPr/>
        </p:nvGrpSpPr>
        <p:grpSpPr>
          <a:xfrm>
            <a:off x="4537075" y="1304925"/>
            <a:ext cx="3117850" cy="466090"/>
            <a:chOff x="7145" y="2055"/>
            <a:chExt cx="4910" cy="734"/>
          </a:xfrm>
        </p:grpSpPr>
        <p:sp>
          <p:nvSpPr>
            <p:cNvPr id="35" name="任意多边形 34"/>
            <p:cNvSpPr/>
            <p:nvPr>
              <p:custDataLst>
                <p:tags r:id="rId31"/>
              </p:custDataLst>
            </p:nvPr>
          </p:nvSpPr>
          <p:spPr>
            <a:xfrm>
              <a:off x="7145" y="2055"/>
              <a:ext cx="4910" cy="735"/>
            </a:xfrm>
            <a:custGeom>
              <a:avLst/>
              <a:gdLst>
                <a:gd name="sw" fmla="*/ 1 w 4910"/>
                <a:gd name="sh" fmla="*/ 1 h 735"/>
                <a:gd name="mins" fmla="min sw sh"/>
                <a:gd name="dsw" fmla="+- 0 sw mins"/>
                <a:gd name="dsh" fmla="+- 0 sh mins"/>
                <a:gd name="p0x0" fmla="*/ 0 w 4910"/>
                <a:gd name="p0y0" fmla="*/ 0 h 735"/>
                <a:gd name="p0x1" fmla="*/ 4910 w 4910"/>
                <a:gd name="p0y1" fmla="*/ 0 h 735"/>
                <a:gd name="p0x2" fmla="*/ 4910 w 4910"/>
                <a:gd name="p0y2" fmla="*/ 735 h 735"/>
                <a:gd name="p0x3" fmla="*/ 0 w 4910"/>
                <a:gd name="p0y3" fmla="*/ 735 h 735"/>
                <a:gd name="p0x4" fmla="*/ 0 w 49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>
              <p:custDataLst>
                <p:tags r:id="rId32"/>
              </p:custDataLst>
            </p:nvPr>
          </p:nvSpPr>
          <p:spPr>
            <a:xfrm>
              <a:off x="7145" y="2775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4910 w 4910"/>
                <a:gd name="p0y0" fmla="*/ 15 h 15"/>
                <a:gd name="p0x1" fmla="*/ 0 w 4910"/>
                <a:gd name="p0y1" fmla="*/ 15 h 15"/>
                <a:gd name="p0x2" fmla="*/ 0 w 4910"/>
                <a:gd name="p0y2" fmla="*/ 0 h 15"/>
                <a:gd name="p0x3" fmla="*/ 4910 w 4910"/>
                <a:gd name="p0y3" fmla="*/ 0 h 15"/>
                <a:gd name="p0x4" fmla="*/ 4910 w 49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8" name="任意多边形 37"/>
          <p:cNvSpPr/>
          <p:nvPr>
            <p:custDataLst>
              <p:tags r:id="rId33"/>
            </p:custDataLst>
          </p:nvPr>
        </p:nvSpPr>
        <p:spPr>
          <a:xfrm>
            <a:off x="4541520" y="13093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60 w 525"/>
              <a:gd name="p0y0" fmla="*/ 0 h 525"/>
              <a:gd name="p0x1" fmla="*/ 465 w 525"/>
              <a:gd name="p0y1" fmla="*/ 0 h 525"/>
              <a:gd name="p0x2" fmla="*/ 498 w 525"/>
              <a:gd name="p0y2" fmla="*/ 0 h 525"/>
              <a:gd name="p0x3" fmla="*/ 525 w 525"/>
              <a:gd name="p0y3" fmla="*/ 26 h 525"/>
              <a:gd name="p0x4" fmla="*/ 525 w 525"/>
              <a:gd name="p0y4" fmla="*/ 60 h 525"/>
              <a:gd name="p0x5" fmla="*/ 525 w 525"/>
              <a:gd name="p0y5" fmla="*/ 465 h 525"/>
              <a:gd name="p0x6" fmla="*/ 525 w 525"/>
              <a:gd name="p0y6" fmla="*/ 498 h 525"/>
              <a:gd name="p0x7" fmla="*/ 498 w 525"/>
              <a:gd name="p0y7" fmla="*/ 525 h 525"/>
              <a:gd name="p0x8" fmla="*/ 465 w 525"/>
              <a:gd name="p0y8" fmla="*/ 525 h 525"/>
              <a:gd name="p0x9" fmla="*/ 60 w 525"/>
              <a:gd name="p0y9" fmla="*/ 525 h 525"/>
              <a:gd name="p0x10" fmla="*/ 26 w 525"/>
              <a:gd name="p0y10" fmla="*/ 525 h 525"/>
              <a:gd name="p0x11" fmla="*/ 0 w 525"/>
              <a:gd name="p0y11" fmla="*/ 498 h 525"/>
              <a:gd name="p0x12" fmla="*/ 0 w 525"/>
              <a:gd name="p0y12" fmla="*/ 465 h 525"/>
              <a:gd name="p0x13" fmla="*/ 0 w 525"/>
              <a:gd name="p0y13" fmla="*/ 60 h 525"/>
              <a:gd name="p0x14" fmla="*/ 0 w 525"/>
              <a:gd name="p0y14" fmla="*/ 26 h 525"/>
              <a:gd name="p0x15" fmla="*/ 26 w 525"/>
              <a:gd name="p0y15" fmla="*/ 0 h 525"/>
              <a:gd name="p0x16" fmla="*/ 6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 descr="f975eb52-a82a-11f1-acf5-8ada245b6ded"/>
          <p:cNvPicPr/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12" r="12"/>
          <a:stretch>
            <a:fillRect/>
          </a:stretch>
        </p:blipFill>
        <p:spPr>
          <a:xfrm>
            <a:off x="4603750" y="1371600"/>
            <a:ext cx="209550" cy="20955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37"/>
            </p:custDataLst>
          </p:nvPr>
        </p:nvSpPr>
        <p:spPr>
          <a:xfrm>
            <a:off x="4994301" y="1293495"/>
            <a:ext cx="26606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4537075" y="2264410"/>
            <a:ext cx="3117850" cy="704850"/>
            <a:chOff x="7145" y="3566"/>
            <a:chExt cx="4910" cy="1110"/>
          </a:xfrm>
        </p:grpSpPr>
        <p:sp>
          <p:nvSpPr>
            <p:cNvPr id="43" name="任意多边形 42"/>
            <p:cNvSpPr/>
            <p:nvPr>
              <p:custDataLst>
                <p:tags r:id="rId38"/>
              </p:custDataLst>
            </p:nvPr>
          </p:nvSpPr>
          <p:spPr>
            <a:xfrm>
              <a:off x="7145" y="3566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>
              <p:custDataLst>
                <p:tags r:id="rId39"/>
              </p:custDataLst>
            </p:nvPr>
          </p:nvSpPr>
          <p:spPr>
            <a:xfrm>
              <a:off x="7182" y="3566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>
              <p:custDataLst>
                <p:tags r:id="rId40"/>
              </p:custDataLst>
            </p:nvPr>
          </p:nvSpPr>
          <p:spPr>
            <a:xfrm>
              <a:off x="12026" y="3583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任意多边形 45"/>
            <p:cNvSpPr/>
            <p:nvPr>
              <p:custDataLst>
                <p:tags r:id="rId41"/>
              </p:custDataLst>
            </p:nvPr>
          </p:nvSpPr>
          <p:spPr>
            <a:xfrm>
              <a:off x="7182" y="4648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>
              <p:custDataLst>
                <p:tags r:id="rId42"/>
              </p:custDataLst>
            </p:nvPr>
          </p:nvSpPr>
          <p:spPr>
            <a:xfrm>
              <a:off x="7145" y="3570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9" name="文本框 48"/>
          <p:cNvSpPr txBox="1"/>
          <p:nvPr>
            <p:custDataLst>
              <p:tags r:id="rId43"/>
            </p:custDataLst>
          </p:nvPr>
        </p:nvSpPr>
        <p:spPr>
          <a:xfrm>
            <a:off x="4679976" y="2296954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跳跃初速度与重力反推</a:t>
            </a:r>
            <a:endParaRPr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44"/>
            </p:custDataLst>
          </p:nvPr>
        </p:nvSpPr>
        <p:spPr>
          <a:xfrm>
            <a:off x="4679976" y="2602706"/>
            <a:ext cx="28511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定抬升与水平阈值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0" name="组合 109"/>
          <p:cNvGrpSpPr/>
          <p:nvPr/>
        </p:nvGrpSpPr>
        <p:grpSpPr>
          <a:xfrm>
            <a:off x="4537075" y="3423920"/>
            <a:ext cx="3117850" cy="990600"/>
            <a:chOff x="7145" y="5392"/>
            <a:chExt cx="4910" cy="1560"/>
          </a:xfrm>
        </p:grpSpPr>
        <p:sp>
          <p:nvSpPr>
            <p:cNvPr id="51" name="任意多边形 50"/>
            <p:cNvSpPr/>
            <p:nvPr>
              <p:custDataLst>
                <p:tags r:id="rId45"/>
              </p:custDataLst>
            </p:nvPr>
          </p:nvSpPr>
          <p:spPr>
            <a:xfrm>
              <a:off x="7145" y="5392"/>
              <a:ext cx="4910" cy="1560"/>
            </a:xfrm>
            <a:custGeom>
              <a:avLst/>
              <a:gdLst>
                <a:gd name="sw" fmla="*/ 1 w 4910"/>
                <a:gd name="sh" fmla="*/ 1 h 1560"/>
                <a:gd name="mins" fmla="min sw sh"/>
                <a:gd name="dsw" fmla="+- 0 sw mins"/>
                <a:gd name="dsh" fmla="+- 0 sh mins"/>
                <a:gd name="p0x0" fmla="*/ 60 w 4910"/>
                <a:gd name="p0y0" fmla="*/ 0 h 1560"/>
                <a:gd name="p0x1" fmla="*/ 4850 w 4910"/>
                <a:gd name="p0y1" fmla="*/ 0 h 1560"/>
                <a:gd name="p0x2" fmla="*/ 4883 w 4910"/>
                <a:gd name="p0y2" fmla="*/ 0 h 1560"/>
                <a:gd name="p0x3" fmla="*/ 4910 w 4910"/>
                <a:gd name="p0y3" fmla="*/ 26 h 1560"/>
                <a:gd name="p0x4" fmla="*/ 4910 w 4910"/>
                <a:gd name="p0y4" fmla="*/ 60 h 1560"/>
                <a:gd name="p0x5" fmla="*/ 4910 w 4910"/>
                <a:gd name="p0y5" fmla="*/ 1500 h 1560"/>
                <a:gd name="p0x6" fmla="*/ 4910 w 4910"/>
                <a:gd name="p0y6" fmla="*/ 1533 h 1560"/>
                <a:gd name="p0x7" fmla="*/ 4883 w 4910"/>
                <a:gd name="p0y7" fmla="*/ 1560 h 1560"/>
                <a:gd name="p0x8" fmla="*/ 4850 w 4910"/>
                <a:gd name="p0y8" fmla="*/ 1560 h 1560"/>
                <a:gd name="p0x9" fmla="*/ 60 w 4910"/>
                <a:gd name="p0y9" fmla="*/ 1560 h 1560"/>
                <a:gd name="p0x10" fmla="*/ 26 w 4910"/>
                <a:gd name="p0y10" fmla="*/ 1560 h 1560"/>
                <a:gd name="p0x11" fmla="*/ 0 w 4910"/>
                <a:gd name="p0y11" fmla="*/ 1533 h 1560"/>
                <a:gd name="p0x12" fmla="*/ 0 w 4910"/>
                <a:gd name="p0y12" fmla="*/ 1500 h 1560"/>
                <a:gd name="p0x13" fmla="*/ 0 w 4910"/>
                <a:gd name="p0y13" fmla="*/ 60 h 1560"/>
                <a:gd name="p0x14" fmla="*/ 0 w 4910"/>
                <a:gd name="p0y14" fmla="*/ 26 h 1560"/>
                <a:gd name="p0x15" fmla="*/ 26 w 4910"/>
                <a:gd name="p0y15" fmla="*/ 0 h 1560"/>
                <a:gd name="p0x16" fmla="*/ 60 w 4910"/>
                <a:gd name="p0y16" fmla="*/ 0 h 15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任意多边形 51"/>
            <p:cNvSpPr/>
            <p:nvPr>
              <p:custDataLst>
                <p:tags r:id="rId46"/>
              </p:custDataLst>
            </p:nvPr>
          </p:nvSpPr>
          <p:spPr>
            <a:xfrm>
              <a:off x="7182" y="5392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任意多边形 52"/>
            <p:cNvSpPr/>
            <p:nvPr>
              <p:custDataLst>
                <p:tags r:id="rId47"/>
              </p:custDataLst>
            </p:nvPr>
          </p:nvSpPr>
          <p:spPr>
            <a:xfrm>
              <a:off x="12026" y="5410"/>
              <a:ext cx="29" cy="1524"/>
            </a:xfrm>
            <a:custGeom>
              <a:avLst/>
              <a:gdLst>
                <a:gd name="sw" fmla="*/ 1 w 28"/>
                <a:gd name="sh" fmla="*/ 1 h 1524"/>
                <a:gd name="mins" fmla="min sw sh"/>
                <a:gd name="dsw" fmla="+- 0 sw mins"/>
                <a:gd name="dsh" fmla="+- 0 sh mins"/>
                <a:gd name="p0x0" fmla="*/ 28 w 28"/>
                <a:gd name="p0y0" fmla="*/ 42 h 1524"/>
                <a:gd name="p0x1" fmla="*/ 28 w 28"/>
                <a:gd name="p0y1" fmla="*/ 1482 h 1524"/>
                <a:gd name="p0x2" fmla="*/ 28 w 28"/>
                <a:gd name="p0y2" fmla="*/ 1498 h 1524"/>
                <a:gd name="p0x3" fmla="*/ 21 w 28"/>
                <a:gd name="p0y3" fmla="*/ 1513 h 1524"/>
                <a:gd name="p0x4" fmla="*/ 10 w 28"/>
                <a:gd name="p0y4" fmla="*/ 1524 h 1524"/>
                <a:gd name="p0x5" fmla="*/ 0 w 28"/>
                <a:gd name="p0y5" fmla="*/ 1514 h 1524"/>
                <a:gd name="p0x6" fmla="*/ 8 w 28"/>
                <a:gd name="p0y6" fmla="*/ 1506 h 1524"/>
                <a:gd name="p0x7" fmla="*/ 13 w 28"/>
                <a:gd name="p0y7" fmla="*/ 1494 h 1524"/>
                <a:gd name="p0x8" fmla="*/ 13 w 28"/>
                <a:gd name="p0y8" fmla="*/ 1482 h 1524"/>
                <a:gd name="p0x9" fmla="*/ 13 w 28"/>
                <a:gd name="p0y9" fmla="*/ 42 h 1524"/>
                <a:gd name="p0x10" fmla="*/ 13 w 28"/>
                <a:gd name="p0y10" fmla="*/ 30 h 1524"/>
                <a:gd name="p0x11" fmla="*/ 8 w 28"/>
                <a:gd name="p0y11" fmla="*/ 18 h 1524"/>
                <a:gd name="p0x12" fmla="*/ 0 w 28"/>
                <a:gd name="p0y12" fmla="*/ 10 h 1524"/>
                <a:gd name="p0x13" fmla="*/ 10 w 28"/>
                <a:gd name="p0y13" fmla="*/ 0 h 1524"/>
                <a:gd name="p0x14" fmla="*/ 21 w 28"/>
                <a:gd name="p0y14" fmla="*/ 10 h 1524"/>
                <a:gd name="p0x15" fmla="*/ 28 w 28"/>
                <a:gd name="p0y15" fmla="*/ 25 h 1524"/>
                <a:gd name="p0x16" fmla="*/ 28 w 28"/>
                <a:gd name="p0y16" fmla="*/ 42 h 152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>
              <p:custDataLst>
                <p:tags r:id="rId48"/>
              </p:custDataLst>
            </p:nvPr>
          </p:nvSpPr>
          <p:spPr>
            <a:xfrm>
              <a:off x="7182" y="6924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>
              <p:custDataLst>
                <p:tags r:id="rId49"/>
              </p:custDataLst>
            </p:nvPr>
          </p:nvSpPr>
          <p:spPr>
            <a:xfrm>
              <a:off x="7145" y="5397"/>
              <a:ext cx="54" cy="1550"/>
            </a:xfrm>
            <a:custGeom>
              <a:avLst/>
              <a:gdLst>
                <a:gd name="sw" fmla="*/ 1 w 54"/>
                <a:gd name="sh" fmla="*/ 1 h 1550"/>
                <a:gd name="mins" fmla="min sw sh"/>
                <a:gd name="dsw" fmla="+- 0 sw mins"/>
                <a:gd name="dsh" fmla="+- 0 sh mins"/>
                <a:gd name="p0x0" fmla="*/ 0 w 54"/>
                <a:gd name="p0y0" fmla="*/ 1495 h 1550"/>
                <a:gd name="p0x1" fmla="*/ 0 w 54"/>
                <a:gd name="p0y1" fmla="*/ 55 h 1550"/>
                <a:gd name="p0x2" fmla="*/ 0 w 54"/>
                <a:gd name="p0y2" fmla="*/ 30 h 1550"/>
                <a:gd name="p0x3" fmla="*/ 15 w 54"/>
                <a:gd name="p0y3" fmla="*/ 9 h 1550"/>
                <a:gd name="p0x4" fmla="*/ 37 w 54"/>
                <a:gd name="p0y4" fmla="*/ 0 h 1550"/>
                <a:gd name="p0x5" fmla="*/ 54 w 54"/>
                <a:gd name="p0y5" fmla="*/ 13 h 1550"/>
                <a:gd name="p0x6" fmla="*/ 54 w 54"/>
                <a:gd name="p0y6" fmla="*/ 13 h 1550"/>
                <a:gd name="p0x7" fmla="*/ 48 w 54"/>
                <a:gd name="p0y7" fmla="*/ 20 h 1550"/>
                <a:gd name="p0x8" fmla="*/ 45 w 54"/>
                <a:gd name="p0y8" fmla="*/ 36 h 1550"/>
                <a:gd name="p0x9" fmla="*/ 45 w 54"/>
                <a:gd name="p0y9" fmla="*/ 55 h 1550"/>
                <a:gd name="p0x10" fmla="*/ 45 w 54"/>
                <a:gd name="p0y10" fmla="*/ 1495 h 1550"/>
                <a:gd name="p0x11" fmla="*/ 45 w 54"/>
                <a:gd name="p0y11" fmla="*/ 1514 h 1550"/>
                <a:gd name="p0x12" fmla="*/ 48 w 54"/>
                <a:gd name="p0y12" fmla="*/ 1530 h 1550"/>
                <a:gd name="p0x13" fmla="*/ 54 w 54"/>
                <a:gd name="p0y13" fmla="*/ 1537 h 1550"/>
                <a:gd name="p0x14" fmla="*/ 37 w 54"/>
                <a:gd name="p0y14" fmla="*/ 1550 h 1550"/>
                <a:gd name="p0x15" fmla="*/ 37 w 54"/>
                <a:gd name="p0y15" fmla="*/ 1550 h 1550"/>
                <a:gd name="p0x16" fmla="*/ 15 w 54"/>
                <a:gd name="p0y16" fmla="*/ 1541 h 1550"/>
                <a:gd name="p0x17" fmla="*/ 0 w 54"/>
                <a:gd name="p0y17" fmla="*/ 1520 h 1550"/>
                <a:gd name="p0x18" fmla="*/ 0 w 54"/>
                <a:gd name="p0y18" fmla="*/ 1495 h 155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7" name="文本框 56"/>
          <p:cNvSpPr txBox="1"/>
          <p:nvPr>
            <p:custDataLst>
              <p:tags r:id="rId50"/>
            </p:custDataLst>
          </p:nvPr>
        </p:nvSpPr>
        <p:spPr>
          <a:xfrm>
            <a:off x="4679976" y="3456622"/>
            <a:ext cx="288518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邻接88、安全140、硬上限</a:t>
            </a:r>
            <a:endParaRPr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220</a:t>
            </a:r>
            <a:endParaRPr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51"/>
            </p:custDataLst>
          </p:nvPr>
        </p:nvSpPr>
        <p:spPr>
          <a:xfrm>
            <a:off x="4679976" y="4048125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超距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自动补板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4537075" y="4869180"/>
            <a:ext cx="3117850" cy="704850"/>
            <a:chOff x="7145" y="7668"/>
            <a:chExt cx="4910" cy="1110"/>
          </a:xfrm>
        </p:grpSpPr>
        <p:sp>
          <p:nvSpPr>
            <p:cNvPr id="59" name="任意多边形 58"/>
            <p:cNvSpPr/>
            <p:nvPr>
              <p:custDataLst>
                <p:tags r:id="rId52"/>
              </p:custDataLst>
            </p:nvPr>
          </p:nvSpPr>
          <p:spPr>
            <a:xfrm>
              <a:off x="7145" y="7668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>
              <p:custDataLst>
                <p:tags r:id="rId53"/>
              </p:custDataLst>
            </p:nvPr>
          </p:nvSpPr>
          <p:spPr>
            <a:xfrm>
              <a:off x="7182" y="7668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任意多边形 60"/>
            <p:cNvSpPr/>
            <p:nvPr>
              <p:custDataLst>
                <p:tags r:id="rId54"/>
              </p:custDataLst>
            </p:nvPr>
          </p:nvSpPr>
          <p:spPr>
            <a:xfrm>
              <a:off x="12026" y="7686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>
              <p:custDataLst>
                <p:tags r:id="rId55"/>
              </p:custDataLst>
            </p:nvPr>
          </p:nvSpPr>
          <p:spPr>
            <a:xfrm>
              <a:off x="7182" y="8750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3" name="任意多边形 62"/>
            <p:cNvSpPr/>
            <p:nvPr>
              <p:custDataLst>
                <p:tags r:id="rId56"/>
              </p:custDataLst>
            </p:nvPr>
          </p:nvSpPr>
          <p:spPr>
            <a:xfrm>
              <a:off x="7145" y="7673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5" name="文本框 64"/>
          <p:cNvSpPr txBox="1"/>
          <p:nvPr>
            <p:custDataLst>
              <p:tags r:id="rId57"/>
            </p:custDataLst>
          </p:nvPr>
        </p:nvSpPr>
        <p:spPr>
          <a:xfrm>
            <a:off x="4679976" y="4902041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狐妖高度</a:t>
            </a:r>
            <a:endParaRPr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58"/>
            </p:custDataLst>
          </p:nvPr>
        </p:nvSpPr>
        <p:spPr>
          <a:xfrm>
            <a:off x="4679976" y="5207794"/>
            <a:ext cx="28511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二连跳</a:t>
            </a: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钳制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任意多边形 66"/>
          <p:cNvSpPr/>
          <p:nvPr>
            <p:custDataLst>
              <p:tags r:id="rId59"/>
            </p:custDataLst>
          </p:nvPr>
        </p:nvSpPr>
        <p:spPr>
          <a:xfrm>
            <a:off x="4541520" y="6071870"/>
            <a:ext cx="847725" cy="200025"/>
          </a:xfrm>
          <a:custGeom>
            <a:avLst/>
            <a:gdLst>
              <a:gd name="sw" fmla="*/ 1 w 1335"/>
              <a:gd name="sh" fmla="*/ 1 h 315"/>
              <a:gd name="mins" fmla="min sw sh"/>
              <a:gd name="dsw" fmla="+- 0 sw mins"/>
              <a:gd name="dsh" fmla="+- 0 sh mins"/>
              <a:gd name="p0x0" fmla="*/ 157 w 1335"/>
              <a:gd name="p0y0" fmla="*/ 0 h 315"/>
              <a:gd name="p0x1" fmla="*/ 1177 w 1335"/>
              <a:gd name="p0y1" fmla="*/ 0 h 315"/>
              <a:gd name="p0x2" fmla="*/ 1264 w 1335"/>
              <a:gd name="p0y2" fmla="*/ 0 h 315"/>
              <a:gd name="p0x3" fmla="*/ 1335 w 1335"/>
              <a:gd name="p0y3" fmla="*/ 70 h 315"/>
              <a:gd name="p0x4" fmla="*/ 1335 w 1335"/>
              <a:gd name="p0y4" fmla="*/ 157 h 315"/>
              <a:gd name="p0x5" fmla="*/ 1335 w 1335"/>
              <a:gd name="p0y5" fmla="*/ 244 h 315"/>
              <a:gd name="p0x6" fmla="*/ 1264 w 1335"/>
              <a:gd name="p0y6" fmla="*/ 315 h 315"/>
              <a:gd name="p0x7" fmla="*/ 1177 w 1335"/>
              <a:gd name="p0y7" fmla="*/ 315 h 315"/>
              <a:gd name="p0x8" fmla="*/ 157 w 1335"/>
              <a:gd name="p0y8" fmla="*/ 315 h 315"/>
              <a:gd name="p0x9" fmla="*/ 70 w 1335"/>
              <a:gd name="p0y9" fmla="*/ 315 h 315"/>
              <a:gd name="p0x10" fmla="*/ 0 w 1335"/>
              <a:gd name="p0y10" fmla="*/ 244 h 315"/>
              <a:gd name="p0x11" fmla="*/ 0 w 1335"/>
              <a:gd name="p0y11" fmla="*/ 157 h 315"/>
              <a:gd name="p0x12" fmla="*/ 0 w 1335"/>
              <a:gd name="p0y12" fmla="*/ 70 h 315"/>
              <a:gd name="p0x13" fmla="*/ 70 w 1335"/>
              <a:gd name="p0y13" fmla="*/ 0 h 315"/>
              <a:gd name="p0x14" fmla="*/ 157 w 1335"/>
              <a:gd name="p0y14" fmla="*/ 0 h 3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>
            <p:custDataLst>
              <p:tags r:id="rId60"/>
            </p:custDataLst>
          </p:nvPr>
        </p:nvSpPr>
        <p:spPr>
          <a:xfrm>
            <a:off x="4660926" y="608742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chemeClr val="accent1">
                    <a:lumMod val="42933"/>
                    <a:lumOff val="5706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反推阈值</a:t>
            </a:r>
            <a:endParaRPr sz="1200" b="1">
              <a:solidFill>
                <a:schemeClr val="accent1">
                  <a:lumMod val="42933"/>
                  <a:lumOff val="5706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61"/>
            </p:custDataLst>
          </p:nvPr>
        </p:nvSpPr>
        <p:spPr>
          <a:xfrm>
            <a:off x="5470525" y="6067425"/>
            <a:ext cx="838200" cy="209550"/>
          </a:xfrm>
          <a:custGeom>
            <a:avLst/>
            <a:gdLst>
              <a:gd name="sw" fmla="*/ 1 w 1320"/>
              <a:gd name="sh" fmla="*/ 1 h 330"/>
              <a:gd name="mins" fmla="min sw sh"/>
              <a:gd name="dsw" fmla="+- 0 sw mins"/>
              <a:gd name="dsh" fmla="+- 0 sh mins"/>
              <a:gd name="p0x0" fmla="*/ 165 w 1320"/>
              <a:gd name="p0y0" fmla="*/ 0 h 330"/>
              <a:gd name="p0x1" fmla="*/ 1155 w 1320"/>
              <a:gd name="p0y1" fmla="*/ 0 h 330"/>
              <a:gd name="p0x2" fmla="*/ 1246 w 1320"/>
              <a:gd name="p0y2" fmla="*/ 0 h 330"/>
              <a:gd name="p0x3" fmla="*/ 1320 w 1320"/>
              <a:gd name="p0y3" fmla="*/ 73 h 330"/>
              <a:gd name="p0x4" fmla="*/ 1320 w 1320"/>
              <a:gd name="p0y4" fmla="*/ 165 h 330"/>
              <a:gd name="p0x5" fmla="*/ 1320 w 1320"/>
              <a:gd name="p0y5" fmla="*/ 256 h 330"/>
              <a:gd name="p0x6" fmla="*/ 1246 w 1320"/>
              <a:gd name="p0y6" fmla="*/ 330 h 330"/>
              <a:gd name="p0x7" fmla="*/ 1155 w 1320"/>
              <a:gd name="p0y7" fmla="*/ 330 h 330"/>
              <a:gd name="p0x8" fmla="*/ 165 w 1320"/>
              <a:gd name="p0y8" fmla="*/ 330 h 330"/>
              <a:gd name="p0x9" fmla="*/ 73 w 1320"/>
              <a:gd name="p0y9" fmla="*/ 330 h 330"/>
              <a:gd name="p0x10" fmla="*/ 0 w 1320"/>
              <a:gd name="p0y10" fmla="*/ 256 h 330"/>
              <a:gd name="p0x11" fmla="*/ 0 w 1320"/>
              <a:gd name="p0y11" fmla="*/ 165 h 330"/>
              <a:gd name="p0x12" fmla="*/ 0 w 1320"/>
              <a:gd name="p0y12" fmla="*/ 73 h 330"/>
              <a:gd name="p0x13" fmla="*/ 73 w 1320"/>
              <a:gd name="p0y13" fmla="*/ 0 h 330"/>
              <a:gd name="p0x14" fmla="*/ 165 w 1320"/>
              <a:gd name="p0y14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>
            <p:custDataLst>
              <p:tags r:id="rId62"/>
            </p:custDataLst>
          </p:nvPr>
        </p:nvSpPr>
        <p:spPr>
          <a:xfrm>
            <a:off x="5584927" y="608742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F2D9A0"/>
                </a:solidFill>
                <a:latin typeface="微软雅黑" panose="020B0503020204020204" charset="-122"/>
                <a:ea typeface="微软雅黑" panose="020B0503020204020204" charset="-122"/>
              </a:rPr>
              <a:t>自动补板</a:t>
            </a:r>
            <a:endParaRPr sz="1200" b="1">
              <a:solidFill>
                <a:srgbClr val="F2D9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任意多边形 70"/>
          <p:cNvSpPr/>
          <p:nvPr>
            <p:custDataLst>
              <p:tags r:id="rId63"/>
            </p:custDataLst>
          </p:nvPr>
        </p:nvSpPr>
        <p:spPr>
          <a:xfrm>
            <a:off x="6384925" y="6067425"/>
            <a:ext cx="990600" cy="209550"/>
          </a:xfrm>
          <a:custGeom>
            <a:avLst/>
            <a:gdLst>
              <a:gd name="sw" fmla="*/ 1 w 1560"/>
              <a:gd name="sh" fmla="*/ 1 h 330"/>
              <a:gd name="mins" fmla="min sw sh"/>
              <a:gd name="dsw" fmla="+- 0 sw mins"/>
              <a:gd name="dsh" fmla="+- 0 sh mins"/>
              <a:gd name="p0x0" fmla="*/ 165 w 1560"/>
              <a:gd name="p0y0" fmla="*/ 0 h 330"/>
              <a:gd name="p0x1" fmla="*/ 1395 w 1560"/>
              <a:gd name="p0y1" fmla="*/ 0 h 330"/>
              <a:gd name="p0x2" fmla="*/ 1486 w 1560"/>
              <a:gd name="p0y2" fmla="*/ 0 h 330"/>
              <a:gd name="p0x3" fmla="*/ 1560 w 1560"/>
              <a:gd name="p0y3" fmla="*/ 73 h 330"/>
              <a:gd name="p0x4" fmla="*/ 1560 w 1560"/>
              <a:gd name="p0y4" fmla="*/ 165 h 330"/>
              <a:gd name="p0x5" fmla="*/ 1560 w 1560"/>
              <a:gd name="p0y5" fmla="*/ 256 h 330"/>
              <a:gd name="p0x6" fmla="*/ 1486 w 1560"/>
              <a:gd name="p0y6" fmla="*/ 330 h 330"/>
              <a:gd name="p0x7" fmla="*/ 1395 w 1560"/>
              <a:gd name="p0y7" fmla="*/ 330 h 330"/>
              <a:gd name="p0x8" fmla="*/ 165 w 1560"/>
              <a:gd name="p0y8" fmla="*/ 330 h 330"/>
              <a:gd name="p0x9" fmla="*/ 73 w 1560"/>
              <a:gd name="p0y9" fmla="*/ 330 h 330"/>
              <a:gd name="p0x10" fmla="*/ 0 w 1560"/>
              <a:gd name="p0y10" fmla="*/ 256 h 330"/>
              <a:gd name="p0x11" fmla="*/ 0 w 1560"/>
              <a:gd name="p0y11" fmla="*/ 165 h 330"/>
              <a:gd name="p0x12" fmla="*/ 0 w 1560"/>
              <a:gd name="p0y12" fmla="*/ 73 h 330"/>
              <a:gd name="p0x13" fmla="*/ 73 w 1560"/>
              <a:gd name="p0y13" fmla="*/ 0 h 330"/>
              <a:gd name="p0x14" fmla="*/ 165 w 1560"/>
              <a:gd name="p0y14" fmla="*/ 0 h 3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3">
              <a:alpha val="1803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>
            <p:custDataLst>
              <p:tags r:id="rId64"/>
            </p:custDataLst>
          </p:nvPr>
        </p:nvSpPr>
        <p:spPr>
          <a:xfrm>
            <a:off x="6499403" y="6087428"/>
            <a:ext cx="9144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EAE28A"/>
                </a:solidFill>
                <a:latin typeface="微软雅黑" panose="020B0503020204020204" charset="-122"/>
                <a:ea typeface="微软雅黑" panose="020B0503020204020204" charset="-122"/>
              </a:rPr>
              <a:t>二连跳钳制</a:t>
            </a:r>
            <a:endParaRPr sz="1200" b="1">
              <a:solidFill>
                <a:srgbClr val="EAE2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65"/>
            </p:custDataLst>
          </p:nvPr>
        </p:nvSpPr>
        <p:spPr>
          <a:xfrm>
            <a:off x="8107045" y="1109345"/>
            <a:ext cx="3508375" cy="5362575"/>
          </a:xfrm>
          <a:custGeom>
            <a:avLst/>
            <a:gdLst>
              <a:gd name="sw" fmla="*/ 1 w 5525"/>
              <a:gd name="sh" fmla="*/ 1 h 8445"/>
              <a:gd name="mins" fmla="min sw sh"/>
              <a:gd name="dsw" fmla="+- 0 sw mins"/>
              <a:gd name="dsh" fmla="+- 0 sh mins"/>
              <a:gd name="p0x0" fmla="*/ 120 w 5525"/>
              <a:gd name="p0y0" fmla="*/ 0 h 8445"/>
              <a:gd name="p0x1" fmla="*/ 5405 w 5525"/>
              <a:gd name="p0y1" fmla="*/ 0 h 8445"/>
              <a:gd name="p0x2" fmla="*/ 5471 w 5525"/>
              <a:gd name="p0y2" fmla="*/ 0 h 8445"/>
              <a:gd name="p0x3" fmla="*/ 5525 w 5525"/>
              <a:gd name="p0y3" fmla="*/ 53 h 8445"/>
              <a:gd name="p0x4" fmla="*/ 5525 w 5525"/>
              <a:gd name="p0y4" fmla="*/ 120 h 8445"/>
              <a:gd name="p0x5" fmla="*/ 5525 w 5525"/>
              <a:gd name="p0y5" fmla="*/ 8325 h 8445"/>
              <a:gd name="p0x6" fmla="*/ 5525 w 5525"/>
              <a:gd name="p0y6" fmla="*/ 8391 h 8445"/>
              <a:gd name="p0x7" fmla="*/ 5471 w 5525"/>
              <a:gd name="p0y7" fmla="*/ 8445 h 8445"/>
              <a:gd name="p0x8" fmla="*/ 5405 w 5525"/>
              <a:gd name="p0y8" fmla="*/ 8445 h 8445"/>
              <a:gd name="p0x9" fmla="*/ 120 w 5525"/>
              <a:gd name="p0y9" fmla="*/ 8445 h 8445"/>
              <a:gd name="p0x10" fmla="*/ 53 w 5525"/>
              <a:gd name="p0y10" fmla="*/ 8445 h 8445"/>
              <a:gd name="p0x11" fmla="*/ 0 w 5525"/>
              <a:gd name="p0y11" fmla="*/ 8391 h 8445"/>
              <a:gd name="p0x12" fmla="*/ 0 w 5525"/>
              <a:gd name="p0y12" fmla="*/ 8325 h 8445"/>
              <a:gd name="p0x13" fmla="*/ 0 w 5525"/>
              <a:gd name="p0y13" fmla="*/ 120 h 8445"/>
              <a:gd name="p0x14" fmla="*/ 0 w 5525"/>
              <a:gd name="p0y14" fmla="*/ 53 h 8445"/>
              <a:gd name="p0x15" fmla="*/ 53 w 5525"/>
              <a:gd name="p0y15" fmla="*/ 0 h 8445"/>
              <a:gd name="p0x16" fmla="*/ 120 w 55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2" name="组合 111"/>
          <p:cNvGrpSpPr/>
          <p:nvPr/>
        </p:nvGrpSpPr>
        <p:grpSpPr>
          <a:xfrm>
            <a:off x="8302625" y="1304925"/>
            <a:ext cx="3117850" cy="466090"/>
            <a:chOff x="13075" y="2055"/>
            <a:chExt cx="4910" cy="734"/>
          </a:xfrm>
        </p:grpSpPr>
        <p:sp>
          <p:nvSpPr>
            <p:cNvPr id="74" name="任意多边形 73"/>
            <p:cNvSpPr/>
            <p:nvPr>
              <p:custDataLst>
                <p:tags r:id="rId66"/>
              </p:custDataLst>
            </p:nvPr>
          </p:nvSpPr>
          <p:spPr>
            <a:xfrm>
              <a:off x="13075" y="2055"/>
              <a:ext cx="4910" cy="735"/>
            </a:xfrm>
            <a:custGeom>
              <a:avLst/>
              <a:gdLst>
                <a:gd name="sw" fmla="*/ 1 w 4910"/>
                <a:gd name="sh" fmla="*/ 1 h 735"/>
                <a:gd name="mins" fmla="min sw sh"/>
                <a:gd name="dsw" fmla="+- 0 sw mins"/>
                <a:gd name="dsh" fmla="+- 0 sh mins"/>
                <a:gd name="p0x0" fmla="*/ 0 w 4910"/>
                <a:gd name="p0y0" fmla="*/ 0 h 735"/>
                <a:gd name="p0x1" fmla="*/ 4910 w 4910"/>
                <a:gd name="p0y1" fmla="*/ 0 h 735"/>
                <a:gd name="p0x2" fmla="*/ 4910 w 4910"/>
                <a:gd name="p0y2" fmla="*/ 735 h 735"/>
                <a:gd name="p0x3" fmla="*/ 0 w 4910"/>
                <a:gd name="p0y3" fmla="*/ 735 h 735"/>
                <a:gd name="p0x4" fmla="*/ 0 w 49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任意多边形 74"/>
            <p:cNvSpPr/>
            <p:nvPr>
              <p:custDataLst>
                <p:tags r:id="rId67"/>
              </p:custDataLst>
            </p:nvPr>
          </p:nvSpPr>
          <p:spPr>
            <a:xfrm>
              <a:off x="13075" y="2775"/>
              <a:ext cx="4910" cy="15"/>
            </a:xfrm>
            <a:custGeom>
              <a:avLst/>
              <a:gdLst>
                <a:gd name="sw" fmla="*/ 1 w 4910"/>
                <a:gd name="sh" fmla="*/ 1 h 15"/>
                <a:gd name="mins" fmla="min sw sh"/>
                <a:gd name="dsw" fmla="+- 0 sw mins"/>
                <a:gd name="dsh" fmla="+- 0 sh mins"/>
                <a:gd name="p0x0" fmla="*/ 4910 w 4910"/>
                <a:gd name="p0y0" fmla="*/ 15 h 15"/>
                <a:gd name="p0x1" fmla="*/ 0 w 4910"/>
                <a:gd name="p0y1" fmla="*/ 15 h 15"/>
                <a:gd name="p0x2" fmla="*/ 0 w 4910"/>
                <a:gd name="p0y2" fmla="*/ 0 h 15"/>
                <a:gd name="p0x3" fmla="*/ 4910 w 4910"/>
                <a:gd name="p0y3" fmla="*/ 0 h 15"/>
                <a:gd name="p0x4" fmla="*/ 4910 w 49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7" name="任意多边形 76"/>
          <p:cNvSpPr/>
          <p:nvPr>
            <p:custDataLst>
              <p:tags r:id="rId68"/>
            </p:custDataLst>
          </p:nvPr>
        </p:nvSpPr>
        <p:spPr>
          <a:xfrm>
            <a:off x="8307070" y="13093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60 w 525"/>
              <a:gd name="p0y0" fmla="*/ 0 h 525"/>
              <a:gd name="p0x1" fmla="*/ 465 w 525"/>
              <a:gd name="p0y1" fmla="*/ 0 h 525"/>
              <a:gd name="p0x2" fmla="*/ 498 w 525"/>
              <a:gd name="p0y2" fmla="*/ 0 h 525"/>
              <a:gd name="p0x3" fmla="*/ 525 w 525"/>
              <a:gd name="p0y3" fmla="*/ 26 h 525"/>
              <a:gd name="p0x4" fmla="*/ 525 w 525"/>
              <a:gd name="p0y4" fmla="*/ 60 h 525"/>
              <a:gd name="p0x5" fmla="*/ 525 w 525"/>
              <a:gd name="p0y5" fmla="*/ 465 h 525"/>
              <a:gd name="p0x6" fmla="*/ 525 w 525"/>
              <a:gd name="p0y6" fmla="*/ 498 h 525"/>
              <a:gd name="p0x7" fmla="*/ 498 w 525"/>
              <a:gd name="p0y7" fmla="*/ 525 h 525"/>
              <a:gd name="p0x8" fmla="*/ 465 w 525"/>
              <a:gd name="p0y8" fmla="*/ 525 h 525"/>
              <a:gd name="p0x9" fmla="*/ 60 w 525"/>
              <a:gd name="p0y9" fmla="*/ 525 h 525"/>
              <a:gd name="p0x10" fmla="*/ 26 w 525"/>
              <a:gd name="p0y10" fmla="*/ 525 h 525"/>
              <a:gd name="p0x11" fmla="*/ 0 w 525"/>
              <a:gd name="p0y11" fmla="*/ 498 h 525"/>
              <a:gd name="p0x12" fmla="*/ 0 w 525"/>
              <a:gd name="p0y12" fmla="*/ 465 h 525"/>
              <a:gd name="p0x13" fmla="*/ 0 w 525"/>
              <a:gd name="p0y13" fmla="*/ 60 h 525"/>
              <a:gd name="p0x14" fmla="*/ 0 w 525"/>
              <a:gd name="p0y14" fmla="*/ 26 h 525"/>
              <a:gd name="p0x15" fmla="*/ 26 w 525"/>
              <a:gd name="p0y15" fmla="*/ 0 h 525"/>
              <a:gd name="p0x16" fmla="*/ 6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 w="9525" cmpd="sng">
            <a:solidFill>
              <a:schemeClr val="accent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8" name="图片 77" descr="f975ed48-a82a-11f1-acf5-8ada245b6ded"/>
          <p:cNvPicPr/>
          <p:nvPr>
            <p:custDataLst>
              <p:tags r:id="rId69"/>
            </p:custDataLst>
          </p:nvPr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 l="-24" r="24"/>
          <a:stretch>
            <a:fillRect/>
          </a:stretch>
        </p:blipFill>
        <p:spPr>
          <a:xfrm>
            <a:off x="8369300" y="1371600"/>
            <a:ext cx="209550" cy="209550"/>
          </a:xfrm>
          <a:prstGeom prst="rect">
            <a:avLst/>
          </a:prstGeom>
        </p:spPr>
      </p:pic>
      <p:sp>
        <p:nvSpPr>
          <p:cNvPr id="81" name="文本框 80"/>
          <p:cNvSpPr txBox="1"/>
          <p:nvPr>
            <p:custDataLst>
              <p:tags r:id="rId72"/>
            </p:custDataLst>
          </p:nvPr>
        </p:nvSpPr>
        <p:spPr>
          <a:xfrm>
            <a:off x="8759876" y="1293495"/>
            <a:ext cx="26606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实现效果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8302625" y="2497455"/>
            <a:ext cx="3117850" cy="704850"/>
            <a:chOff x="13075" y="3933"/>
            <a:chExt cx="4910" cy="1110"/>
          </a:xfrm>
        </p:grpSpPr>
        <p:sp>
          <p:nvSpPr>
            <p:cNvPr id="82" name="任意多边形 81"/>
            <p:cNvSpPr/>
            <p:nvPr>
              <p:custDataLst>
                <p:tags r:id="rId73"/>
              </p:custDataLst>
            </p:nvPr>
          </p:nvSpPr>
          <p:spPr>
            <a:xfrm>
              <a:off x="13075" y="3933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任意多边形 82"/>
            <p:cNvSpPr/>
            <p:nvPr>
              <p:custDataLst>
                <p:tags r:id="rId74"/>
              </p:custDataLst>
            </p:nvPr>
          </p:nvSpPr>
          <p:spPr>
            <a:xfrm>
              <a:off x="13112" y="3933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任意多边形 83"/>
            <p:cNvSpPr/>
            <p:nvPr>
              <p:custDataLst>
                <p:tags r:id="rId75"/>
              </p:custDataLst>
            </p:nvPr>
          </p:nvSpPr>
          <p:spPr>
            <a:xfrm>
              <a:off x="17956" y="3951"/>
              <a:ext cx="29" cy="1075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任意多边形 84"/>
            <p:cNvSpPr/>
            <p:nvPr>
              <p:custDataLst>
                <p:tags r:id="rId76"/>
              </p:custDataLst>
            </p:nvPr>
          </p:nvSpPr>
          <p:spPr>
            <a:xfrm>
              <a:off x="13112" y="5015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任意多边形 85"/>
            <p:cNvSpPr/>
            <p:nvPr>
              <p:custDataLst>
                <p:tags r:id="rId77"/>
              </p:custDataLst>
            </p:nvPr>
          </p:nvSpPr>
          <p:spPr>
            <a:xfrm>
              <a:off x="13075" y="3938"/>
              <a:ext cx="54" cy="1101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8" name="文本框 87"/>
          <p:cNvSpPr txBox="1"/>
          <p:nvPr>
            <p:custDataLst>
              <p:tags r:id="rId78"/>
            </p:custDataLst>
          </p:nvPr>
        </p:nvSpPr>
        <p:spPr>
          <a:xfrm>
            <a:off x="8445551" y="2530316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批量生成仍可通关</a:t>
            </a:r>
            <a:endParaRPr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本框 88"/>
          <p:cNvSpPr txBox="1"/>
          <p:nvPr>
            <p:custDataLst>
              <p:tags r:id="rId79"/>
            </p:custDataLst>
          </p:nvPr>
        </p:nvSpPr>
        <p:spPr>
          <a:xfrm>
            <a:off x="8445551" y="2836069"/>
            <a:ext cx="762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不卡关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8302625" y="3890645"/>
            <a:ext cx="3117850" cy="704850"/>
            <a:chOff x="13075" y="6127"/>
            <a:chExt cx="4910" cy="1110"/>
          </a:xfrm>
        </p:grpSpPr>
        <p:sp>
          <p:nvSpPr>
            <p:cNvPr id="90" name="任意多边形 89"/>
            <p:cNvSpPr/>
            <p:nvPr>
              <p:custDataLst>
                <p:tags r:id="rId80"/>
              </p:custDataLst>
            </p:nvPr>
          </p:nvSpPr>
          <p:spPr>
            <a:xfrm>
              <a:off x="13075" y="6127"/>
              <a:ext cx="4910" cy="1110"/>
            </a:xfrm>
            <a:custGeom>
              <a:avLst/>
              <a:gdLst>
                <a:gd name="sw" fmla="*/ 1 w 4910"/>
                <a:gd name="sh" fmla="*/ 1 h 1110"/>
                <a:gd name="mins" fmla="min sw sh"/>
                <a:gd name="dsw" fmla="+- 0 sw mins"/>
                <a:gd name="dsh" fmla="+- 0 sh mins"/>
                <a:gd name="p0x0" fmla="*/ 60 w 4910"/>
                <a:gd name="p0y0" fmla="*/ 0 h 1110"/>
                <a:gd name="p0x1" fmla="*/ 4850 w 4910"/>
                <a:gd name="p0y1" fmla="*/ 0 h 1110"/>
                <a:gd name="p0x2" fmla="*/ 4883 w 4910"/>
                <a:gd name="p0y2" fmla="*/ 0 h 1110"/>
                <a:gd name="p0x3" fmla="*/ 4910 w 4910"/>
                <a:gd name="p0y3" fmla="*/ 26 h 1110"/>
                <a:gd name="p0x4" fmla="*/ 4910 w 4910"/>
                <a:gd name="p0y4" fmla="*/ 60 h 1110"/>
                <a:gd name="p0x5" fmla="*/ 4910 w 4910"/>
                <a:gd name="p0y5" fmla="*/ 1050 h 1110"/>
                <a:gd name="p0x6" fmla="*/ 4910 w 4910"/>
                <a:gd name="p0y6" fmla="*/ 1083 h 1110"/>
                <a:gd name="p0x7" fmla="*/ 4883 w 4910"/>
                <a:gd name="p0y7" fmla="*/ 1110 h 1110"/>
                <a:gd name="p0x8" fmla="*/ 4850 w 4910"/>
                <a:gd name="p0y8" fmla="*/ 1110 h 1110"/>
                <a:gd name="p0x9" fmla="*/ 60 w 4910"/>
                <a:gd name="p0y9" fmla="*/ 1110 h 1110"/>
                <a:gd name="p0x10" fmla="*/ 26 w 4910"/>
                <a:gd name="p0y10" fmla="*/ 1110 h 1110"/>
                <a:gd name="p0x11" fmla="*/ 0 w 4910"/>
                <a:gd name="p0y11" fmla="*/ 1083 h 1110"/>
                <a:gd name="p0x12" fmla="*/ 0 w 4910"/>
                <a:gd name="p0y12" fmla="*/ 1050 h 1110"/>
                <a:gd name="p0x13" fmla="*/ 0 w 4910"/>
                <a:gd name="p0y13" fmla="*/ 60 h 1110"/>
                <a:gd name="p0x14" fmla="*/ 0 w 4910"/>
                <a:gd name="p0y14" fmla="*/ 26 h 1110"/>
                <a:gd name="p0x15" fmla="*/ 26 w 4910"/>
                <a:gd name="p0y15" fmla="*/ 0 h 1110"/>
                <a:gd name="p0x16" fmla="*/ 60 w 4910"/>
                <a:gd name="p0y16" fmla="*/ 0 h 11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任意多边形 90"/>
            <p:cNvSpPr/>
            <p:nvPr>
              <p:custDataLst>
                <p:tags r:id="rId81"/>
              </p:custDataLst>
            </p:nvPr>
          </p:nvSpPr>
          <p:spPr>
            <a:xfrm>
              <a:off x="13112" y="6127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任意多边形 91"/>
            <p:cNvSpPr/>
            <p:nvPr>
              <p:custDataLst>
                <p:tags r:id="rId82"/>
              </p:custDataLst>
            </p:nvPr>
          </p:nvSpPr>
          <p:spPr>
            <a:xfrm>
              <a:off x="17956" y="6145"/>
              <a:ext cx="29" cy="1074"/>
            </a:xfrm>
            <a:custGeom>
              <a:avLst/>
              <a:gdLst>
                <a:gd name="sw" fmla="*/ 1 w 28"/>
                <a:gd name="sh" fmla="*/ 1 h 1074"/>
                <a:gd name="mins" fmla="min sw sh"/>
                <a:gd name="dsw" fmla="+- 0 sw mins"/>
                <a:gd name="dsh" fmla="+- 0 sh mins"/>
                <a:gd name="p0x0" fmla="*/ 28 w 28"/>
                <a:gd name="p0y0" fmla="*/ 42 h 1074"/>
                <a:gd name="p0x1" fmla="*/ 28 w 28"/>
                <a:gd name="p0y1" fmla="*/ 1032 h 1074"/>
                <a:gd name="p0x2" fmla="*/ 28 w 28"/>
                <a:gd name="p0y2" fmla="*/ 1048 h 1074"/>
                <a:gd name="p0x3" fmla="*/ 21 w 28"/>
                <a:gd name="p0y3" fmla="*/ 1063 h 1074"/>
                <a:gd name="p0x4" fmla="*/ 10 w 28"/>
                <a:gd name="p0y4" fmla="*/ 1074 h 1074"/>
                <a:gd name="p0x5" fmla="*/ 0 w 28"/>
                <a:gd name="p0y5" fmla="*/ 1064 h 1074"/>
                <a:gd name="p0x6" fmla="*/ 8 w 28"/>
                <a:gd name="p0y6" fmla="*/ 1056 h 1074"/>
                <a:gd name="p0x7" fmla="*/ 13 w 28"/>
                <a:gd name="p0y7" fmla="*/ 1044 h 1074"/>
                <a:gd name="p0x8" fmla="*/ 13 w 28"/>
                <a:gd name="p0y8" fmla="*/ 1032 h 1074"/>
                <a:gd name="p0x9" fmla="*/ 13 w 28"/>
                <a:gd name="p0y9" fmla="*/ 42 h 1074"/>
                <a:gd name="p0x10" fmla="*/ 13 w 28"/>
                <a:gd name="p0y10" fmla="*/ 30 h 1074"/>
                <a:gd name="p0x11" fmla="*/ 8 w 28"/>
                <a:gd name="p0y11" fmla="*/ 18 h 1074"/>
                <a:gd name="p0x12" fmla="*/ 0 w 28"/>
                <a:gd name="p0y12" fmla="*/ 10 h 1074"/>
                <a:gd name="p0x13" fmla="*/ 10 w 28"/>
                <a:gd name="p0y13" fmla="*/ 0 h 1074"/>
                <a:gd name="p0x14" fmla="*/ 21 w 28"/>
                <a:gd name="p0y14" fmla="*/ 10 h 1074"/>
                <a:gd name="p0x15" fmla="*/ 28 w 28"/>
                <a:gd name="p0y15" fmla="*/ 25 h 1074"/>
                <a:gd name="p0x16" fmla="*/ 28 w 28"/>
                <a:gd name="p0y16" fmla="*/ 42 h 107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任意多边形 92"/>
            <p:cNvSpPr/>
            <p:nvPr>
              <p:custDataLst>
                <p:tags r:id="rId83"/>
              </p:custDataLst>
            </p:nvPr>
          </p:nvSpPr>
          <p:spPr>
            <a:xfrm>
              <a:off x="13112" y="7209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任意多边形 93"/>
            <p:cNvSpPr/>
            <p:nvPr>
              <p:custDataLst>
                <p:tags r:id="rId84"/>
              </p:custDataLst>
            </p:nvPr>
          </p:nvSpPr>
          <p:spPr>
            <a:xfrm>
              <a:off x="13075" y="6132"/>
              <a:ext cx="54" cy="1100"/>
            </a:xfrm>
            <a:custGeom>
              <a:avLst/>
              <a:gdLst>
                <a:gd name="sw" fmla="*/ 1 w 54"/>
                <a:gd name="sh" fmla="*/ 1 h 1100"/>
                <a:gd name="mins" fmla="min sw sh"/>
                <a:gd name="dsw" fmla="+- 0 sw mins"/>
                <a:gd name="dsh" fmla="+- 0 sh mins"/>
                <a:gd name="p0x0" fmla="*/ 0 w 54"/>
                <a:gd name="p0y0" fmla="*/ 1045 h 1100"/>
                <a:gd name="p0x1" fmla="*/ 0 w 54"/>
                <a:gd name="p0y1" fmla="*/ 55 h 1100"/>
                <a:gd name="p0x2" fmla="*/ 0 w 54"/>
                <a:gd name="p0y2" fmla="*/ 30 h 1100"/>
                <a:gd name="p0x3" fmla="*/ 15 w 54"/>
                <a:gd name="p0y3" fmla="*/ 9 h 1100"/>
                <a:gd name="p0x4" fmla="*/ 37 w 54"/>
                <a:gd name="p0y4" fmla="*/ 0 h 1100"/>
                <a:gd name="p0x5" fmla="*/ 54 w 54"/>
                <a:gd name="p0y5" fmla="*/ 13 h 1100"/>
                <a:gd name="p0x6" fmla="*/ 54 w 54"/>
                <a:gd name="p0y6" fmla="*/ 13 h 1100"/>
                <a:gd name="p0x7" fmla="*/ 48 w 54"/>
                <a:gd name="p0y7" fmla="*/ 20 h 1100"/>
                <a:gd name="p0x8" fmla="*/ 45 w 54"/>
                <a:gd name="p0y8" fmla="*/ 36 h 1100"/>
                <a:gd name="p0x9" fmla="*/ 45 w 54"/>
                <a:gd name="p0y9" fmla="*/ 55 h 1100"/>
                <a:gd name="p0x10" fmla="*/ 45 w 54"/>
                <a:gd name="p0y10" fmla="*/ 1045 h 1100"/>
                <a:gd name="p0x11" fmla="*/ 45 w 54"/>
                <a:gd name="p0y11" fmla="*/ 1064 h 1100"/>
                <a:gd name="p0x12" fmla="*/ 48 w 54"/>
                <a:gd name="p0y12" fmla="*/ 1080 h 1100"/>
                <a:gd name="p0x13" fmla="*/ 54 w 54"/>
                <a:gd name="p0y13" fmla="*/ 1087 h 1100"/>
                <a:gd name="p0x14" fmla="*/ 37 w 54"/>
                <a:gd name="p0y14" fmla="*/ 1100 h 1100"/>
                <a:gd name="p0x15" fmla="*/ 37 w 54"/>
                <a:gd name="p0y15" fmla="*/ 1100 h 1100"/>
                <a:gd name="p0x16" fmla="*/ 15 w 54"/>
                <a:gd name="p0y16" fmla="*/ 1091 h 1100"/>
                <a:gd name="p0x17" fmla="*/ 0 w 54"/>
                <a:gd name="p0y17" fmla="*/ 1070 h 1100"/>
                <a:gd name="p0x18" fmla="*/ 0 w 54"/>
                <a:gd name="p0y18" fmla="*/ 1045 h 11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6" name="文本框 95"/>
          <p:cNvSpPr txBox="1"/>
          <p:nvPr>
            <p:custDataLst>
              <p:tags r:id="rId85"/>
            </p:custDataLst>
          </p:nvPr>
        </p:nvSpPr>
        <p:spPr>
          <a:xfrm>
            <a:off x="8445551" y="3923347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教学关不强迫飞扑</a:t>
            </a:r>
            <a:endParaRPr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/>
          <p:cNvSpPr txBox="1"/>
          <p:nvPr>
            <p:custDataLst>
              <p:tags r:id="rId86"/>
            </p:custDataLst>
          </p:nvPr>
        </p:nvSpPr>
        <p:spPr>
          <a:xfrm>
            <a:off x="8445551" y="4229100"/>
            <a:ext cx="762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更友好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8302625" y="5283835"/>
            <a:ext cx="3117850" cy="381000"/>
            <a:chOff x="13075" y="8321"/>
            <a:chExt cx="4910" cy="600"/>
          </a:xfrm>
        </p:grpSpPr>
        <p:sp>
          <p:nvSpPr>
            <p:cNvPr id="98" name="任意多边形 97"/>
            <p:cNvSpPr/>
            <p:nvPr>
              <p:custDataLst>
                <p:tags r:id="rId87"/>
              </p:custDataLst>
            </p:nvPr>
          </p:nvSpPr>
          <p:spPr>
            <a:xfrm>
              <a:off x="13075" y="8321"/>
              <a:ext cx="4910" cy="600"/>
            </a:xfrm>
            <a:custGeom>
              <a:avLst/>
              <a:gdLst>
                <a:gd name="sw" fmla="*/ 1 w 4910"/>
                <a:gd name="sh" fmla="*/ 1 h 600"/>
                <a:gd name="mins" fmla="min sw sh"/>
                <a:gd name="dsw" fmla="+- 0 sw mins"/>
                <a:gd name="dsh" fmla="+- 0 sh mins"/>
                <a:gd name="p0x0" fmla="*/ 60 w 4910"/>
                <a:gd name="p0y0" fmla="*/ 0 h 600"/>
                <a:gd name="p0x1" fmla="*/ 4850 w 4910"/>
                <a:gd name="p0y1" fmla="*/ 0 h 600"/>
                <a:gd name="p0x2" fmla="*/ 4883 w 4910"/>
                <a:gd name="p0y2" fmla="*/ 0 h 600"/>
                <a:gd name="p0x3" fmla="*/ 4910 w 4910"/>
                <a:gd name="p0y3" fmla="*/ 26 h 600"/>
                <a:gd name="p0x4" fmla="*/ 4910 w 4910"/>
                <a:gd name="p0y4" fmla="*/ 60 h 600"/>
                <a:gd name="p0x5" fmla="*/ 4910 w 4910"/>
                <a:gd name="p0y5" fmla="*/ 540 h 600"/>
                <a:gd name="p0x6" fmla="*/ 4910 w 4910"/>
                <a:gd name="p0y6" fmla="*/ 573 h 600"/>
                <a:gd name="p0x7" fmla="*/ 4883 w 4910"/>
                <a:gd name="p0y7" fmla="*/ 600 h 600"/>
                <a:gd name="p0x8" fmla="*/ 4850 w 4910"/>
                <a:gd name="p0y8" fmla="*/ 600 h 600"/>
                <a:gd name="p0x9" fmla="*/ 60 w 4910"/>
                <a:gd name="p0y9" fmla="*/ 600 h 600"/>
                <a:gd name="p0x10" fmla="*/ 26 w 4910"/>
                <a:gd name="p0y10" fmla="*/ 600 h 600"/>
                <a:gd name="p0x11" fmla="*/ 0 w 4910"/>
                <a:gd name="p0y11" fmla="*/ 573 h 600"/>
                <a:gd name="p0x12" fmla="*/ 0 w 4910"/>
                <a:gd name="p0y12" fmla="*/ 540 h 600"/>
                <a:gd name="p0x13" fmla="*/ 0 w 4910"/>
                <a:gd name="p0y13" fmla="*/ 60 h 600"/>
                <a:gd name="p0x14" fmla="*/ 0 w 4910"/>
                <a:gd name="p0y14" fmla="*/ 26 h 600"/>
                <a:gd name="p0x15" fmla="*/ 26 w 4910"/>
                <a:gd name="p0y15" fmla="*/ 0 h 600"/>
                <a:gd name="p0x16" fmla="*/ 60 w 4910"/>
                <a:gd name="p0y16" fmla="*/ 0 h 6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>
              <p:custDataLst>
                <p:tags r:id="rId88"/>
              </p:custDataLst>
            </p:nvPr>
          </p:nvSpPr>
          <p:spPr>
            <a:xfrm>
              <a:off x="13112" y="8321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22 w 4855"/>
                <a:gd name="p0y0" fmla="*/ 0 h 28"/>
                <a:gd name="p0x1" fmla="*/ 4813 w 4855"/>
                <a:gd name="p0y1" fmla="*/ 0 h 28"/>
                <a:gd name="p0x2" fmla="*/ 4829 w 4855"/>
                <a:gd name="p0y2" fmla="*/ 0 h 28"/>
                <a:gd name="p0x3" fmla="*/ 4844 w 4855"/>
                <a:gd name="p0y3" fmla="*/ 6 h 28"/>
                <a:gd name="p0x4" fmla="*/ 4855 w 4855"/>
                <a:gd name="p0y4" fmla="*/ 17 h 28"/>
                <a:gd name="p0x5" fmla="*/ 4844 w 4855"/>
                <a:gd name="p0y5" fmla="*/ 28 h 28"/>
                <a:gd name="p0x6" fmla="*/ 4836 w 4855"/>
                <a:gd name="p0y6" fmla="*/ 20 h 28"/>
                <a:gd name="p0x7" fmla="*/ 4825 w 4855"/>
                <a:gd name="p0y7" fmla="*/ 15 h 28"/>
                <a:gd name="p0x8" fmla="*/ 4813 w 4855"/>
                <a:gd name="p0y8" fmla="*/ 15 h 28"/>
                <a:gd name="p0x9" fmla="*/ 22 w 4855"/>
                <a:gd name="p0y9" fmla="*/ 15 h 28"/>
                <a:gd name="p0x10" fmla="*/ 20 w 4855"/>
                <a:gd name="p0y10" fmla="*/ 15 h 28"/>
                <a:gd name="p0x11" fmla="*/ 19 w 4855"/>
                <a:gd name="p0y11" fmla="*/ 16 h 28"/>
                <a:gd name="p0x12" fmla="*/ 17 w 4855"/>
                <a:gd name="p0y12" fmla="*/ 18 h 28"/>
                <a:gd name="p0x13" fmla="*/ 0 w 4855"/>
                <a:gd name="p0y13" fmla="*/ 4 h 28"/>
                <a:gd name="p0x14" fmla="*/ 0 w 4855"/>
                <a:gd name="p0y14" fmla="*/ 4 h 28"/>
                <a:gd name="p0x15" fmla="*/ 7 w 4855"/>
                <a:gd name="p0y15" fmla="*/ 1 h 28"/>
                <a:gd name="p0x16" fmla="*/ 14 w 4855"/>
                <a:gd name="p0y16" fmla="*/ 0 h 28"/>
                <a:gd name="p0x17" fmla="*/ 22 w 4855"/>
                <a:gd name="p0y17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0" name="任意多边形 99"/>
            <p:cNvSpPr/>
            <p:nvPr>
              <p:custDataLst>
                <p:tags r:id="rId89"/>
              </p:custDataLst>
            </p:nvPr>
          </p:nvSpPr>
          <p:spPr>
            <a:xfrm>
              <a:off x="17956" y="8338"/>
              <a:ext cx="29" cy="565"/>
            </a:xfrm>
            <a:custGeom>
              <a:avLst/>
              <a:gdLst>
                <a:gd name="sw" fmla="*/ 1 w 28"/>
                <a:gd name="sh" fmla="*/ 1 h 564"/>
                <a:gd name="mins" fmla="min sw sh"/>
                <a:gd name="dsw" fmla="+- 0 sw mins"/>
                <a:gd name="dsh" fmla="+- 0 sh mins"/>
                <a:gd name="p0x0" fmla="*/ 28 w 28"/>
                <a:gd name="p0y0" fmla="*/ 42 h 564"/>
                <a:gd name="p0x1" fmla="*/ 28 w 28"/>
                <a:gd name="p0y1" fmla="*/ 522 h 564"/>
                <a:gd name="p0x2" fmla="*/ 28 w 28"/>
                <a:gd name="p0y2" fmla="*/ 538 h 564"/>
                <a:gd name="p0x3" fmla="*/ 21 w 28"/>
                <a:gd name="p0y3" fmla="*/ 553 h 564"/>
                <a:gd name="p0x4" fmla="*/ 10 w 28"/>
                <a:gd name="p0y4" fmla="*/ 564 h 564"/>
                <a:gd name="p0x5" fmla="*/ 0 w 28"/>
                <a:gd name="p0y5" fmla="*/ 554 h 564"/>
                <a:gd name="p0x6" fmla="*/ 8 w 28"/>
                <a:gd name="p0y6" fmla="*/ 546 h 564"/>
                <a:gd name="p0x7" fmla="*/ 13 w 28"/>
                <a:gd name="p0y7" fmla="*/ 534 h 564"/>
                <a:gd name="p0x8" fmla="*/ 13 w 28"/>
                <a:gd name="p0y8" fmla="*/ 522 h 564"/>
                <a:gd name="p0x9" fmla="*/ 13 w 28"/>
                <a:gd name="p0y9" fmla="*/ 42 h 564"/>
                <a:gd name="p0x10" fmla="*/ 13 w 28"/>
                <a:gd name="p0y10" fmla="*/ 30 h 564"/>
                <a:gd name="p0x11" fmla="*/ 8 w 28"/>
                <a:gd name="p0y11" fmla="*/ 18 h 564"/>
                <a:gd name="p0x12" fmla="*/ 0 w 28"/>
                <a:gd name="p0y12" fmla="*/ 10 h 564"/>
                <a:gd name="p0x13" fmla="*/ 10 w 28"/>
                <a:gd name="p0y13" fmla="*/ 0 h 564"/>
                <a:gd name="p0x14" fmla="*/ 21 w 28"/>
                <a:gd name="p0y14" fmla="*/ 10 h 564"/>
                <a:gd name="p0x15" fmla="*/ 28 w 28"/>
                <a:gd name="p0y15" fmla="*/ 25 h 564"/>
                <a:gd name="p0x16" fmla="*/ 28 w 28"/>
                <a:gd name="p0y16" fmla="*/ 42 h 56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1" name="任意多边形 100"/>
            <p:cNvSpPr/>
            <p:nvPr>
              <p:custDataLst>
                <p:tags r:id="rId90"/>
              </p:custDataLst>
            </p:nvPr>
          </p:nvSpPr>
          <p:spPr>
            <a:xfrm>
              <a:off x="13112" y="8893"/>
              <a:ext cx="4855" cy="28"/>
            </a:xfrm>
            <a:custGeom>
              <a:avLst/>
              <a:gdLst>
                <a:gd name="sw" fmla="*/ 1 w 4855"/>
                <a:gd name="sh" fmla="*/ 1 h 28"/>
                <a:gd name="mins" fmla="min sw sh"/>
                <a:gd name="dsw" fmla="+- 0 sw mins"/>
                <a:gd name="dsh" fmla="+- 0 sh mins"/>
                <a:gd name="p0x0" fmla="*/ 4813 w 4855"/>
                <a:gd name="p0y0" fmla="*/ 28 h 28"/>
                <a:gd name="p0x1" fmla="*/ 22 w 4855"/>
                <a:gd name="p0y1" fmla="*/ 28 h 28"/>
                <a:gd name="p0x2" fmla="*/ 14 w 4855"/>
                <a:gd name="p0y2" fmla="*/ 28 h 28"/>
                <a:gd name="p0x3" fmla="*/ 7 w 4855"/>
                <a:gd name="p0y3" fmla="*/ 26 h 28"/>
                <a:gd name="p0x4" fmla="*/ 0 w 4855"/>
                <a:gd name="p0y4" fmla="*/ 23 h 28"/>
                <a:gd name="p0x5" fmla="*/ 17 w 4855"/>
                <a:gd name="p0y5" fmla="*/ 9 h 28"/>
                <a:gd name="p0x6" fmla="*/ 17 w 4855"/>
                <a:gd name="p0y6" fmla="*/ 9 h 28"/>
                <a:gd name="p0x7" fmla="*/ 18 w 4855"/>
                <a:gd name="p0y7" fmla="*/ 11 h 28"/>
                <a:gd name="p0x8" fmla="*/ 20 w 4855"/>
                <a:gd name="p0y8" fmla="*/ 13 h 28"/>
                <a:gd name="p0x9" fmla="*/ 22 w 4855"/>
                <a:gd name="p0y9" fmla="*/ 13 h 28"/>
                <a:gd name="p0x10" fmla="*/ 4813 w 4855"/>
                <a:gd name="p0y10" fmla="*/ 13 h 28"/>
                <a:gd name="p0x11" fmla="*/ 4825 w 4855"/>
                <a:gd name="p0y11" fmla="*/ 13 h 28"/>
                <a:gd name="p0x12" fmla="*/ 4836 w 4855"/>
                <a:gd name="p0y12" fmla="*/ 8 h 28"/>
                <a:gd name="p0x13" fmla="*/ 4844 w 4855"/>
                <a:gd name="p0y13" fmla="*/ 0 h 28"/>
                <a:gd name="p0x14" fmla="*/ 4855 w 4855"/>
                <a:gd name="p0y14" fmla="*/ 10 h 28"/>
                <a:gd name="p0x15" fmla="*/ 4844 w 4855"/>
                <a:gd name="p0y15" fmla="*/ 21 h 28"/>
                <a:gd name="p0x16" fmla="*/ 4829 w 4855"/>
                <a:gd name="p0y16" fmla="*/ 28 h 28"/>
                <a:gd name="p0x17" fmla="*/ 4813 w 4855"/>
                <a:gd name="p0y17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2" name="任意多边形 101"/>
            <p:cNvSpPr/>
            <p:nvPr>
              <p:custDataLst>
                <p:tags r:id="rId91"/>
              </p:custDataLst>
            </p:nvPr>
          </p:nvSpPr>
          <p:spPr>
            <a:xfrm>
              <a:off x="13075" y="8325"/>
              <a:ext cx="54" cy="591"/>
            </a:xfrm>
            <a:custGeom>
              <a:avLst/>
              <a:gdLst>
                <a:gd name="sw" fmla="*/ 1 w 54"/>
                <a:gd name="sh" fmla="*/ 1 h 590"/>
                <a:gd name="mins" fmla="min sw sh"/>
                <a:gd name="dsw" fmla="+- 0 sw mins"/>
                <a:gd name="dsh" fmla="+- 0 sh mins"/>
                <a:gd name="p0x0" fmla="*/ 0 w 54"/>
                <a:gd name="p0y0" fmla="*/ 535 h 590"/>
                <a:gd name="p0x1" fmla="*/ 0 w 54"/>
                <a:gd name="p0y1" fmla="*/ 55 h 590"/>
                <a:gd name="p0x2" fmla="*/ 0 w 54"/>
                <a:gd name="p0y2" fmla="*/ 30 h 590"/>
                <a:gd name="p0x3" fmla="*/ 15 w 54"/>
                <a:gd name="p0y3" fmla="*/ 9 h 590"/>
                <a:gd name="p0x4" fmla="*/ 37 w 54"/>
                <a:gd name="p0y4" fmla="*/ 0 h 590"/>
                <a:gd name="p0x5" fmla="*/ 54 w 54"/>
                <a:gd name="p0y5" fmla="*/ 13 h 590"/>
                <a:gd name="p0x6" fmla="*/ 54 w 54"/>
                <a:gd name="p0y6" fmla="*/ 13 h 590"/>
                <a:gd name="p0x7" fmla="*/ 48 w 54"/>
                <a:gd name="p0y7" fmla="*/ 20 h 590"/>
                <a:gd name="p0x8" fmla="*/ 45 w 54"/>
                <a:gd name="p0y8" fmla="*/ 36 h 590"/>
                <a:gd name="p0x9" fmla="*/ 45 w 54"/>
                <a:gd name="p0y9" fmla="*/ 55 h 590"/>
                <a:gd name="p0x10" fmla="*/ 45 w 54"/>
                <a:gd name="p0y10" fmla="*/ 535 h 590"/>
                <a:gd name="p0x11" fmla="*/ 45 w 54"/>
                <a:gd name="p0y11" fmla="*/ 554 h 590"/>
                <a:gd name="p0x12" fmla="*/ 48 w 54"/>
                <a:gd name="p0y12" fmla="*/ 570 h 590"/>
                <a:gd name="p0x13" fmla="*/ 54 w 54"/>
                <a:gd name="p0y13" fmla="*/ 577 h 590"/>
                <a:gd name="p0x14" fmla="*/ 37 w 54"/>
                <a:gd name="p0y14" fmla="*/ 590 h 590"/>
                <a:gd name="p0x15" fmla="*/ 37 w 54"/>
                <a:gd name="p0y15" fmla="*/ 590 h 590"/>
                <a:gd name="p0x16" fmla="*/ 15 w 54"/>
                <a:gd name="p0y16" fmla="*/ 581 h 590"/>
                <a:gd name="p0x17" fmla="*/ 0 w 54"/>
                <a:gd name="p0y17" fmla="*/ 560 h 590"/>
                <a:gd name="p0x18" fmla="*/ 0 w 54"/>
                <a:gd name="p0y18" fmla="*/ 535 h 5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4" name="文本框 103"/>
          <p:cNvSpPr txBox="1"/>
          <p:nvPr>
            <p:custDataLst>
              <p:tags r:id="rId92"/>
            </p:custDataLst>
          </p:nvPr>
        </p:nvSpPr>
        <p:spPr>
          <a:xfrm>
            <a:off x="8445551" y="5316379"/>
            <a:ext cx="28511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空中敌人进入有效战斗圈</a:t>
            </a:r>
            <a:endParaRPr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5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作品呈现</a:t>
            </a:r>
            <a:endParaRPr lang="zh-CN" altLang="en-US"/>
          </a:p>
        </p:txBody>
      </p:sp>
      <p:sp>
        <p:nvSpPr>
          <p:cNvPr id="3" name="文本占位符 10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玩法与操作</a:t>
            </a:r>
            <a:endParaRPr sz="30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7846667" y="1171575"/>
            <a:ext cx="31395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移</a:t>
            </a:r>
            <a:endParaRPr sz="1200" b="1" spc="72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8084420" y="1088707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基础移动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7846060" y="1552575"/>
            <a:ext cx="3773805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7846060" y="1917065"/>
            <a:ext cx="3773805" cy="4572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960360" y="2007870"/>
            <a:ext cx="314325" cy="276225"/>
          </a:xfrm>
          <a:custGeom>
            <a:avLst/>
            <a:gdLst>
              <a:gd name="sw" fmla="*/ 1 w 494"/>
              <a:gd name="sh" fmla="*/ 1 h 435"/>
              <a:gd name="mins" fmla="min sw sh"/>
              <a:gd name="dsw" fmla="+- 0 sw mins"/>
              <a:gd name="dsh" fmla="+- 0 sh mins"/>
              <a:gd name="p0x0" fmla="*/ 217 w 494"/>
              <a:gd name="p0y0" fmla="*/ 0 h 435"/>
              <a:gd name="p0x1" fmla="*/ 276 w 494"/>
              <a:gd name="p0y1" fmla="*/ 0 h 435"/>
              <a:gd name="p0x2" fmla="*/ 397 w 494"/>
              <a:gd name="p0y2" fmla="*/ 0 h 435"/>
              <a:gd name="p0x3" fmla="*/ 494 w 494"/>
              <a:gd name="p0y3" fmla="*/ 97 h 435"/>
              <a:gd name="p0x4" fmla="*/ 494 w 494"/>
              <a:gd name="p0y4" fmla="*/ 217 h 435"/>
              <a:gd name="p0x5" fmla="*/ 494 w 494"/>
              <a:gd name="p0y5" fmla="*/ 337 h 435"/>
              <a:gd name="p0x6" fmla="*/ 397 w 494"/>
              <a:gd name="p0y6" fmla="*/ 435 h 435"/>
              <a:gd name="p0x7" fmla="*/ 276 w 494"/>
              <a:gd name="p0y7" fmla="*/ 435 h 435"/>
              <a:gd name="p0x8" fmla="*/ 217 w 494"/>
              <a:gd name="p0y8" fmla="*/ 435 h 435"/>
              <a:gd name="p0x9" fmla="*/ 97 w 494"/>
              <a:gd name="p0y9" fmla="*/ 435 h 435"/>
              <a:gd name="p0x10" fmla="*/ 0 w 494"/>
              <a:gd name="p0y10" fmla="*/ 337 h 435"/>
              <a:gd name="p0x11" fmla="*/ 0 w 494"/>
              <a:gd name="p0y11" fmla="*/ 217 h 435"/>
              <a:gd name="p0x12" fmla="*/ 0 w 494"/>
              <a:gd name="p0y12" fmla="*/ 97 h 435"/>
              <a:gd name="p0x13" fmla="*/ 97 w 494"/>
              <a:gd name="p0y13" fmla="*/ 0 h 435"/>
              <a:gd name="p0x14" fmla="*/ 217 w 494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8037167" y="2046237"/>
            <a:ext cx="31395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2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跑</a:t>
            </a:r>
            <a:endParaRPr sz="1200" b="1" spc="72">
              <a:solidFill>
                <a:schemeClr val="accent2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8351120" y="1979562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二连跳、飞扑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>
            <p:custDataLst>
              <p:tags r:id="rId11"/>
            </p:custDataLst>
          </p:nvPr>
        </p:nvSpPr>
        <p:spPr>
          <a:xfrm>
            <a:off x="7846060" y="2729865"/>
            <a:ext cx="3773805" cy="7620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>
            <p:custDataLst>
              <p:tags r:id="rId12"/>
            </p:custDataLst>
          </p:nvPr>
        </p:nvSpPr>
        <p:spPr>
          <a:xfrm>
            <a:off x="7960360" y="2973070"/>
            <a:ext cx="475615" cy="276225"/>
          </a:xfrm>
          <a:custGeom>
            <a:avLst/>
            <a:gdLst>
              <a:gd name="sw" fmla="*/ 1 w 748"/>
              <a:gd name="sh" fmla="*/ 1 h 435"/>
              <a:gd name="mins" fmla="min sw sh"/>
              <a:gd name="dsw" fmla="+- 0 sw mins"/>
              <a:gd name="dsh" fmla="+- 0 sh mins"/>
              <a:gd name="p0x0" fmla="*/ 217 w 748"/>
              <a:gd name="p0y0" fmla="*/ 0 h 435"/>
              <a:gd name="p0x1" fmla="*/ 531 w 748"/>
              <a:gd name="p0y1" fmla="*/ 0 h 435"/>
              <a:gd name="p0x2" fmla="*/ 651 w 748"/>
              <a:gd name="p0y2" fmla="*/ 0 h 435"/>
              <a:gd name="p0x3" fmla="*/ 748 w 748"/>
              <a:gd name="p0y3" fmla="*/ 97 h 435"/>
              <a:gd name="p0x4" fmla="*/ 748 w 748"/>
              <a:gd name="p0y4" fmla="*/ 217 h 435"/>
              <a:gd name="p0x5" fmla="*/ 748 w 748"/>
              <a:gd name="p0y5" fmla="*/ 337 h 435"/>
              <a:gd name="p0x6" fmla="*/ 651 w 748"/>
              <a:gd name="p0y6" fmla="*/ 435 h 435"/>
              <a:gd name="p0x7" fmla="*/ 531 w 748"/>
              <a:gd name="p0y7" fmla="*/ 435 h 435"/>
              <a:gd name="p0x8" fmla="*/ 217 w 748"/>
              <a:gd name="p0y8" fmla="*/ 435 h 435"/>
              <a:gd name="p0x9" fmla="*/ 97 w 748"/>
              <a:gd name="p0y9" fmla="*/ 435 h 435"/>
              <a:gd name="p0x10" fmla="*/ 0 w 748"/>
              <a:gd name="p0y10" fmla="*/ 337 h 435"/>
              <a:gd name="p0x11" fmla="*/ 0 w 748"/>
              <a:gd name="p0y11" fmla="*/ 217 h 435"/>
              <a:gd name="p0x12" fmla="*/ 0 w 748"/>
              <a:gd name="p0y12" fmla="*/ 97 h 435"/>
              <a:gd name="p0x13" fmla="*/ 97 w 748"/>
              <a:gd name="p0y13" fmla="*/ 0 h 435"/>
              <a:gd name="p0x14" fmla="*/ 217 w 74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8037167" y="3011386"/>
            <a:ext cx="4755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2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战斗</a:t>
            </a:r>
            <a:endParaRPr sz="1200" b="1" spc="72">
              <a:solidFill>
                <a:schemeClr val="accent2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8512673" y="2792311"/>
            <a:ext cx="29934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J 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近战挥灯</a:t>
            </a:r>
            <a:r>
              <a:rPr lang="zh-CN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</a:t>
            </a:r>
            <a:r>
              <a:rPr lang="zh-CN" altLang="en-US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射光球，</a:t>
            </a:r>
            <a:r>
              <a:rPr lang="en-US" altLang="zh-CN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 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留下影子</a:t>
            </a: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骗敌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15"/>
            </p:custDataLst>
          </p:nvPr>
        </p:nvSpPr>
        <p:spPr>
          <a:xfrm>
            <a:off x="7846060" y="3847465"/>
            <a:ext cx="3773805" cy="4572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6"/>
            </p:custDataLst>
          </p:nvPr>
        </p:nvSpPr>
        <p:spPr>
          <a:xfrm>
            <a:off x="7960360" y="3938270"/>
            <a:ext cx="475615" cy="276225"/>
          </a:xfrm>
          <a:custGeom>
            <a:avLst/>
            <a:gdLst>
              <a:gd name="sw" fmla="*/ 1 w 748"/>
              <a:gd name="sh" fmla="*/ 1 h 435"/>
              <a:gd name="mins" fmla="min sw sh"/>
              <a:gd name="dsw" fmla="+- 0 sw mins"/>
              <a:gd name="dsh" fmla="+- 0 sh mins"/>
              <a:gd name="p0x0" fmla="*/ 217 w 748"/>
              <a:gd name="p0y0" fmla="*/ 0 h 435"/>
              <a:gd name="p0x1" fmla="*/ 531 w 748"/>
              <a:gd name="p0y1" fmla="*/ 0 h 435"/>
              <a:gd name="p0x2" fmla="*/ 651 w 748"/>
              <a:gd name="p0y2" fmla="*/ 0 h 435"/>
              <a:gd name="p0x3" fmla="*/ 748 w 748"/>
              <a:gd name="p0y3" fmla="*/ 97 h 435"/>
              <a:gd name="p0x4" fmla="*/ 748 w 748"/>
              <a:gd name="p0y4" fmla="*/ 217 h 435"/>
              <a:gd name="p0x5" fmla="*/ 748 w 748"/>
              <a:gd name="p0y5" fmla="*/ 337 h 435"/>
              <a:gd name="p0x6" fmla="*/ 651 w 748"/>
              <a:gd name="p0y6" fmla="*/ 435 h 435"/>
              <a:gd name="p0x7" fmla="*/ 531 w 748"/>
              <a:gd name="p0y7" fmla="*/ 435 h 435"/>
              <a:gd name="p0x8" fmla="*/ 217 w 748"/>
              <a:gd name="p0y8" fmla="*/ 435 h 435"/>
              <a:gd name="p0x9" fmla="*/ 97 w 748"/>
              <a:gd name="p0y9" fmla="*/ 435 h 435"/>
              <a:gd name="p0x10" fmla="*/ 0 w 748"/>
              <a:gd name="p0y10" fmla="*/ 337 h 435"/>
              <a:gd name="p0x11" fmla="*/ 0 w 748"/>
              <a:gd name="p0y11" fmla="*/ 217 h 435"/>
              <a:gd name="p0x12" fmla="*/ 0 w 748"/>
              <a:gd name="p0y12" fmla="*/ 97 h 435"/>
              <a:gd name="p0x13" fmla="*/ 97 w 748"/>
              <a:gd name="p0y13" fmla="*/ 0 h 435"/>
              <a:gd name="p0x14" fmla="*/ 217 w 74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8037167" y="3976535"/>
            <a:ext cx="4755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2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资源</a:t>
            </a:r>
            <a:endParaRPr sz="1200" b="1" spc="72">
              <a:solidFill>
                <a:schemeClr val="accent2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8512673" y="3909860"/>
            <a:ext cx="152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收集光点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回资源</a:t>
            </a:r>
            <a:endParaRPr sz="15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>
            <p:custDataLst>
              <p:tags r:id="rId19"/>
            </p:custDataLst>
          </p:nvPr>
        </p:nvSpPr>
        <p:spPr>
          <a:xfrm>
            <a:off x="7846060" y="4660265"/>
            <a:ext cx="3773805" cy="4572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0"/>
            </p:custDataLst>
          </p:nvPr>
        </p:nvSpPr>
        <p:spPr>
          <a:xfrm>
            <a:off x="7960360" y="4751070"/>
            <a:ext cx="475615" cy="276225"/>
          </a:xfrm>
          <a:custGeom>
            <a:avLst/>
            <a:gdLst>
              <a:gd name="sw" fmla="*/ 1 w 748"/>
              <a:gd name="sh" fmla="*/ 1 h 435"/>
              <a:gd name="mins" fmla="min sw sh"/>
              <a:gd name="dsw" fmla="+- 0 sw mins"/>
              <a:gd name="dsh" fmla="+- 0 sh mins"/>
              <a:gd name="p0x0" fmla="*/ 217 w 748"/>
              <a:gd name="p0y0" fmla="*/ 0 h 435"/>
              <a:gd name="p0x1" fmla="*/ 531 w 748"/>
              <a:gd name="p0y1" fmla="*/ 0 h 435"/>
              <a:gd name="p0x2" fmla="*/ 651 w 748"/>
              <a:gd name="p0y2" fmla="*/ 0 h 435"/>
              <a:gd name="p0x3" fmla="*/ 748 w 748"/>
              <a:gd name="p0y3" fmla="*/ 97 h 435"/>
              <a:gd name="p0x4" fmla="*/ 748 w 748"/>
              <a:gd name="p0y4" fmla="*/ 217 h 435"/>
              <a:gd name="p0x5" fmla="*/ 748 w 748"/>
              <a:gd name="p0y5" fmla="*/ 337 h 435"/>
              <a:gd name="p0x6" fmla="*/ 651 w 748"/>
              <a:gd name="p0y6" fmla="*/ 435 h 435"/>
              <a:gd name="p0x7" fmla="*/ 531 w 748"/>
              <a:gd name="p0y7" fmla="*/ 435 h 435"/>
              <a:gd name="p0x8" fmla="*/ 217 w 748"/>
              <a:gd name="p0y8" fmla="*/ 435 h 435"/>
              <a:gd name="p0x9" fmla="*/ 97 w 748"/>
              <a:gd name="p0y9" fmla="*/ 435 h 435"/>
              <a:gd name="p0x10" fmla="*/ 0 w 748"/>
              <a:gd name="p0y10" fmla="*/ 337 h 435"/>
              <a:gd name="p0x11" fmla="*/ 0 w 748"/>
              <a:gd name="p0y11" fmla="*/ 217 h 435"/>
              <a:gd name="p0x12" fmla="*/ 0 w 748"/>
              <a:gd name="p0y12" fmla="*/ 97 h 435"/>
              <a:gd name="p0x13" fmla="*/ 97 w 748"/>
              <a:gd name="p0y13" fmla="*/ 0 h 435"/>
              <a:gd name="p0x14" fmla="*/ 217 w 74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1"/>
            </p:custDataLst>
          </p:nvPr>
        </p:nvSpPr>
        <p:spPr>
          <a:xfrm>
            <a:off x="8037167" y="4789294"/>
            <a:ext cx="4755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2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endParaRPr sz="1200" b="1" spc="72">
              <a:solidFill>
                <a:schemeClr val="accent2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8512673" y="4722619"/>
            <a:ext cx="3048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踩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蓝色光晕</a:t>
            </a: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左右颠倒，但跳得更高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>
            <p:custDataLst>
              <p:tags r:id="rId23"/>
            </p:custDataLst>
          </p:nvPr>
        </p:nvSpPr>
        <p:spPr>
          <a:xfrm>
            <a:off x="7846060" y="5473065"/>
            <a:ext cx="3773805" cy="762000"/>
          </a:xfrm>
          <a:prstGeom prst="rect">
            <a:avLst/>
          </a:pr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24"/>
            </p:custDataLst>
          </p:nvPr>
        </p:nvSpPr>
        <p:spPr>
          <a:xfrm>
            <a:off x="7960360" y="5716270"/>
            <a:ext cx="475615" cy="276225"/>
          </a:xfrm>
          <a:custGeom>
            <a:avLst/>
            <a:gdLst>
              <a:gd name="sw" fmla="*/ 1 w 748"/>
              <a:gd name="sh" fmla="*/ 1 h 435"/>
              <a:gd name="mins" fmla="min sw sh"/>
              <a:gd name="dsw" fmla="+- 0 sw mins"/>
              <a:gd name="dsh" fmla="+- 0 sh mins"/>
              <a:gd name="p0x0" fmla="*/ 217 w 748"/>
              <a:gd name="p0y0" fmla="*/ 0 h 435"/>
              <a:gd name="p0x1" fmla="*/ 531 w 748"/>
              <a:gd name="p0y1" fmla="*/ 0 h 435"/>
              <a:gd name="p0x2" fmla="*/ 651 w 748"/>
              <a:gd name="p0y2" fmla="*/ 0 h 435"/>
              <a:gd name="p0x3" fmla="*/ 748 w 748"/>
              <a:gd name="p0y3" fmla="*/ 97 h 435"/>
              <a:gd name="p0x4" fmla="*/ 748 w 748"/>
              <a:gd name="p0y4" fmla="*/ 217 h 435"/>
              <a:gd name="p0x5" fmla="*/ 748 w 748"/>
              <a:gd name="p0y5" fmla="*/ 337 h 435"/>
              <a:gd name="p0x6" fmla="*/ 651 w 748"/>
              <a:gd name="p0y6" fmla="*/ 435 h 435"/>
              <a:gd name="p0x7" fmla="*/ 531 w 748"/>
              <a:gd name="p0y7" fmla="*/ 435 h 435"/>
              <a:gd name="p0x8" fmla="*/ 217 w 748"/>
              <a:gd name="p0y8" fmla="*/ 435 h 435"/>
              <a:gd name="p0x9" fmla="*/ 97 w 748"/>
              <a:gd name="p0y9" fmla="*/ 435 h 435"/>
              <a:gd name="p0x10" fmla="*/ 0 w 748"/>
              <a:gd name="p0y10" fmla="*/ 337 h 435"/>
              <a:gd name="p0x11" fmla="*/ 0 w 748"/>
              <a:gd name="p0y11" fmla="*/ 217 h 435"/>
              <a:gd name="p0x12" fmla="*/ 0 w 748"/>
              <a:gd name="p0y12" fmla="*/ 97 h 435"/>
              <a:gd name="p0x13" fmla="*/ 97 w 748"/>
              <a:gd name="p0y13" fmla="*/ 0 h 435"/>
              <a:gd name="p0x14" fmla="*/ 217 w 74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>
            <a:off x="8037167" y="5754443"/>
            <a:ext cx="4755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2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通关</a:t>
            </a:r>
            <a:endParaRPr sz="1200" b="1" spc="72">
              <a:solidFill>
                <a:schemeClr val="accent2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6"/>
            </p:custDataLst>
          </p:nvPr>
        </p:nvSpPr>
        <p:spPr>
          <a:xfrm>
            <a:off x="8512673" y="5535368"/>
            <a:ext cx="29934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LightDoor</a:t>
            </a:r>
            <a:r>
              <a:rPr lang="en-US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与对白绑定，听完才可通关</a:t>
            </a:r>
            <a:endParaRPr lang="zh-CN" altLang="en-US"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level01开场">
            <a:hlinkClick r:id="" action="ppaction://media"/>
          </p:cNvPr>
          <p:cNvPicPr/>
          <p:nvPr>
            <a:videoFile r:link="rId27"/>
            <p:extLst>
              <p:ext uri="{DAA4B4D4-6D71-4841-9C94-3DE7FCFB9230}">
                <p14:media xmlns:p14="http://schemas.microsoft.com/office/powerpoint/2010/main" r:embed="rId28"/>
              </p:ext>
            </p:extLst>
          </p:nvPr>
        </p:nvPicPr>
        <p:blipFill>
          <a:blip r:embed="rId29"/>
          <a:stretch>
            <a:fillRect/>
          </a:stretch>
        </p:blipFill>
        <p:spPr>
          <a:xfrm>
            <a:off x="426085" y="1635760"/>
            <a:ext cx="7054215" cy="4318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五关与视听流程</a:t>
            </a:r>
            <a:endParaRPr sz="30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533400" y="1104900"/>
            <a:ext cx="11049000" cy="4572000"/>
          </a:xfrm>
          <a:custGeom>
            <a:avLst/>
            <a:gdLst>
              <a:gd name="sw" fmla="*/ 1 w 17400"/>
              <a:gd name="sh" fmla="*/ 1 h 7200"/>
              <a:gd name="mins" fmla="min sw sh"/>
              <a:gd name="dsw" fmla="+- 0 sw mins"/>
              <a:gd name="dsh" fmla="+- 0 sh mins"/>
              <a:gd name="p0x0" fmla="*/ 60 w 17400"/>
              <a:gd name="p0y0" fmla="*/ 0 h 7200"/>
              <a:gd name="p0x1" fmla="*/ 17340 w 17400"/>
              <a:gd name="p0y1" fmla="*/ 0 h 7200"/>
              <a:gd name="p0x2" fmla="*/ 17373 w 17400"/>
              <a:gd name="p0y2" fmla="*/ 0 h 7200"/>
              <a:gd name="p0x3" fmla="*/ 17400 w 17400"/>
              <a:gd name="p0y3" fmla="*/ 26 h 7200"/>
              <a:gd name="p0x4" fmla="*/ 17400 w 17400"/>
              <a:gd name="p0y4" fmla="*/ 60 h 7200"/>
              <a:gd name="p0x5" fmla="*/ 17400 w 17400"/>
              <a:gd name="p0y5" fmla="*/ 7140 h 7200"/>
              <a:gd name="p0x6" fmla="*/ 17400 w 17400"/>
              <a:gd name="p0y6" fmla="*/ 7173 h 7200"/>
              <a:gd name="p0x7" fmla="*/ 17373 w 17400"/>
              <a:gd name="p0y7" fmla="*/ 7200 h 7200"/>
              <a:gd name="p0x8" fmla="*/ 17340 w 17400"/>
              <a:gd name="p0y8" fmla="*/ 7200 h 7200"/>
              <a:gd name="p0x9" fmla="*/ 60 w 17400"/>
              <a:gd name="p0y9" fmla="*/ 7200 h 7200"/>
              <a:gd name="p0x10" fmla="*/ 26 w 17400"/>
              <a:gd name="p0y10" fmla="*/ 7200 h 7200"/>
              <a:gd name="p0x11" fmla="*/ 0 w 17400"/>
              <a:gd name="p0y11" fmla="*/ 7173 h 7200"/>
              <a:gd name="p0x12" fmla="*/ 0 w 17400"/>
              <a:gd name="p0y12" fmla="*/ 7140 h 7200"/>
              <a:gd name="p0x13" fmla="*/ 0 w 17400"/>
              <a:gd name="p0y13" fmla="*/ 60 h 7200"/>
              <a:gd name="p0x14" fmla="*/ 0 w 17400"/>
              <a:gd name="p0y14" fmla="*/ 26 h 7200"/>
              <a:gd name="p0x15" fmla="*/ 26 w 17400"/>
              <a:gd name="p0y15" fmla="*/ 0 h 7200"/>
              <a:gd name="p0x16" fmla="*/ 60 w 17400"/>
              <a:gd name="p0y16" fmla="*/ 0 h 7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742950" y="1299845"/>
            <a:ext cx="152400" cy="1524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990600" y="1262063"/>
            <a:ext cx="20574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五关难度递进，视听渐亮</a:t>
            </a:r>
            <a:endParaRPr sz="135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9"/>
            </p:custDataLst>
          </p:nvPr>
        </p:nvSpPr>
        <p:spPr>
          <a:xfrm>
            <a:off x="2952750" y="1257300"/>
            <a:ext cx="800100" cy="238125"/>
          </a:xfrm>
          <a:custGeom>
            <a:avLst/>
            <a:gdLst>
              <a:gd name="sw" fmla="*/ 1 w 1260"/>
              <a:gd name="sh" fmla="*/ 1 h 375"/>
              <a:gd name="mins" fmla="min sw sh"/>
              <a:gd name="dsw" fmla="+- 0 sw mins"/>
              <a:gd name="dsh" fmla="+- 0 sh mins"/>
              <a:gd name="p0x0" fmla="*/ 187 w 1260"/>
              <a:gd name="p0y0" fmla="*/ 0 h 375"/>
              <a:gd name="p0x1" fmla="*/ 1072 w 1260"/>
              <a:gd name="p0y1" fmla="*/ 0 h 375"/>
              <a:gd name="p0x2" fmla="*/ 1176 w 1260"/>
              <a:gd name="p0y2" fmla="*/ 0 h 375"/>
              <a:gd name="p0x3" fmla="*/ 1260 w 1260"/>
              <a:gd name="p0y3" fmla="*/ 83 h 375"/>
              <a:gd name="p0x4" fmla="*/ 1260 w 1260"/>
              <a:gd name="p0y4" fmla="*/ 187 h 375"/>
              <a:gd name="p0x5" fmla="*/ 1260 w 1260"/>
              <a:gd name="p0y5" fmla="*/ 291 h 375"/>
              <a:gd name="p0x6" fmla="*/ 1176 w 1260"/>
              <a:gd name="p0y6" fmla="*/ 375 h 375"/>
              <a:gd name="p0x7" fmla="*/ 1072 w 1260"/>
              <a:gd name="p0y7" fmla="*/ 375 h 375"/>
              <a:gd name="p0x8" fmla="*/ 187 w 1260"/>
              <a:gd name="p0y8" fmla="*/ 375 h 375"/>
              <a:gd name="p0x9" fmla="*/ 83 w 1260"/>
              <a:gd name="p0y9" fmla="*/ 375 h 375"/>
              <a:gd name="p0x10" fmla="*/ 0 w 1260"/>
              <a:gd name="p0y10" fmla="*/ 291 h 375"/>
              <a:gd name="p0x11" fmla="*/ 0 w 1260"/>
              <a:gd name="p0y11" fmla="*/ 187 h 375"/>
              <a:gd name="p0x12" fmla="*/ 0 w 1260"/>
              <a:gd name="p0y12" fmla="*/ 83 h 375"/>
              <a:gd name="p0x13" fmla="*/ 83 w 1260"/>
              <a:gd name="p0y13" fmla="*/ 0 h 375"/>
              <a:gd name="p0x14" fmla="*/ 187 w 126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3048076" y="12763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出渊见天</a:t>
            </a:r>
            <a:endParaRPr sz="12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1"/>
            </p:custDataLst>
          </p:nvPr>
        </p:nvSpPr>
        <p:spPr>
          <a:xfrm>
            <a:off x="1596390" y="15716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1708404" y="1616869"/>
            <a:ext cx="30941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5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3"/>
            </p:custDataLst>
          </p:nvPr>
        </p:nvSpPr>
        <p:spPr>
          <a:xfrm>
            <a:off x="1510608" y="1990725"/>
            <a:ext cx="5144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</a:t>
            </a:r>
            <a:endParaRPr sz="135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4"/>
            </p:custDataLst>
          </p:nvPr>
        </p:nvSpPr>
        <p:spPr>
          <a:xfrm>
            <a:off x="3760470" y="15716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5"/>
            </p:custDataLst>
          </p:nvPr>
        </p:nvSpPr>
        <p:spPr>
          <a:xfrm>
            <a:off x="3872512" y="1616869"/>
            <a:ext cx="30941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5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6"/>
            </p:custDataLst>
          </p:nvPr>
        </p:nvSpPr>
        <p:spPr>
          <a:xfrm>
            <a:off x="3503266" y="1990725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地面敌人</a:t>
            </a:r>
            <a:endParaRPr sz="135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7"/>
            </p:custDataLst>
          </p:nvPr>
        </p:nvSpPr>
        <p:spPr>
          <a:xfrm>
            <a:off x="5924550" y="15716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8"/>
            </p:custDataLst>
          </p:nvPr>
        </p:nvSpPr>
        <p:spPr>
          <a:xfrm>
            <a:off x="6036621" y="1616869"/>
            <a:ext cx="30941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5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9"/>
            </p:custDataLst>
          </p:nvPr>
        </p:nvSpPr>
        <p:spPr>
          <a:xfrm>
            <a:off x="5667375" y="1990725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提灯狐妖</a:t>
            </a:r>
            <a:endParaRPr sz="135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0"/>
            </p:custDataLst>
          </p:nvPr>
        </p:nvSpPr>
        <p:spPr>
          <a:xfrm>
            <a:off x="8088630" y="15716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1"/>
            </p:custDataLst>
          </p:nvPr>
        </p:nvSpPr>
        <p:spPr>
          <a:xfrm>
            <a:off x="8200730" y="1616869"/>
            <a:ext cx="30941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5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7874346" y="1990725"/>
            <a:ext cx="771601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必经蓝光</a:t>
            </a:r>
            <a:endParaRPr sz="135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sz="135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与认错</a:t>
            </a:r>
            <a:endParaRPr sz="135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3"/>
            </p:custDataLst>
          </p:nvPr>
        </p:nvSpPr>
        <p:spPr>
          <a:xfrm>
            <a:off x="10252710" y="15716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4"/>
            </p:custDataLst>
          </p:nvPr>
        </p:nvSpPr>
        <p:spPr>
          <a:xfrm>
            <a:off x="10364848" y="1616869"/>
            <a:ext cx="30941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>
                <a:solidFill>
                  <a:schemeClr val="accent1">
                    <a:lumMod val="0"/>
                    <a:lumOff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500" b="1">
              <a:solidFill>
                <a:schemeClr val="accent1">
                  <a:lumMod val="0"/>
                  <a:lumOff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5"/>
            </p:custDataLst>
          </p:nvPr>
        </p:nvSpPr>
        <p:spPr>
          <a:xfrm>
            <a:off x="10156479" y="1990725"/>
            <a:ext cx="535628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综合</a:t>
            </a:r>
            <a:endParaRPr sz="135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sz="135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35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结局</a:t>
            </a:r>
            <a:endParaRPr lang="zh-CN" altLang="en-US" sz="135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>
            <p:custDataLst>
              <p:tags r:id="rId26"/>
            </p:custDataLst>
          </p:nvPr>
        </p:nvSpPr>
        <p:spPr>
          <a:xfrm>
            <a:off x="723900" y="5238750"/>
            <a:ext cx="10744200" cy="9525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941" t="-16667" r="-2941" b="-16667"/>
          <a:stretch>
            <a:fillRect/>
          </a:stretch>
        </p:blipFill>
        <p:spPr>
          <a:xfrm>
            <a:off x="733425" y="5347970"/>
            <a:ext cx="171450" cy="15240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0"/>
            </p:custDataLst>
          </p:nvPr>
        </p:nvSpPr>
        <p:spPr>
          <a:xfrm>
            <a:off x="990600" y="5324475"/>
            <a:ext cx="33754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OGV 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altLang="en-US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</a:t>
            </a:r>
            <a:r>
              <a:rPr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后滚动世界观旁白，可跳过</a:t>
            </a:r>
            <a:endParaRPr sz="12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3333" t="-7143" r="-3333" b="-7143"/>
          <a:stretch>
            <a:fillRect/>
          </a:stretch>
        </p:blipFill>
        <p:spPr>
          <a:xfrm>
            <a:off x="4642485" y="5347970"/>
            <a:ext cx="152400" cy="1524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4"/>
            </p:custDataLst>
          </p:nvPr>
        </p:nvSpPr>
        <p:spPr>
          <a:xfrm>
            <a:off x="4890268" y="5324475"/>
            <a:ext cx="304866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BGM </a:t>
            </a:r>
            <a:r>
              <a:rPr 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三轨互斥，无素材则走</a:t>
            </a:r>
            <a:r>
              <a:rPr 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程序化</a:t>
            </a:r>
            <a:r>
              <a:rPr lang="en-US" altLang="zh-CN"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SFX</a:t>
            </a:r>
            <a:endParaRPr lang="en-US" altLang="zh-CN"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6250" r="-6250"/>
          <a:stretch>
            <a:fillRect/>
          </a:stretch>
        </p:blipFill>
        <p:spPr>
          <a:xfrm>
            <a:off x="8205470" y="5347970"/>
            <a:ext cx="171450" cy="1524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8"/>
            </p:custDataLst>
          </p:nvPr>
        </p:nvSpPr>
        <p:spPr>
          <a:xfrm>
            <a:off x="8463115" y="5324475"/>
            <a:ext cx="330971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L5 </a:t>
            </a:r>
            <a:r>
              <a:rPr lang="zh-CN" altLang="en-US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亮度色调</a:t>
            </a:r>
            <a:r>
              <a:rPr lang="en-US" altLang="zh-CN"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渐亮</a:t>
            </a:r>
            <a:r>
              <a:rPr sz="12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，对应「出渊见天」</a:t>
            </a:r>
            <a:endParaRPr sz="12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9"/>
            </p:custDataLst>
          </p:nvPr>
        </p:nvSpPr>
        <p:spPr>
          <a:xfrm>
            <a:off x="571500" y="5905500"/>
            <a:ext cx="11049000" cy="571500"/>
          </a:xfrm>
          <a:custGeom>
            <a:avLst/>
            <a:gdLst>
              <a:gd name="sw" fmla="*/ 1 w 17400"/>
              <a:gd name="sh" fmla="*/ 1 h 900"/>
              <a:gd name="mins" fmla="min sw sh"/>
              <a:gd name="dsw" fmla="+- 0 sw mins"/>
              <a:gd name="dsh" fmla="+- 0 sh mins"/>
              <a:gd name="p0x0" fmla="*/ 60 w 17400"/>
              <a:gd name="p0y0" fmla="*/ 0 h 900"/>
              <a:gd name="p0x1" fmla="*/ 17340 w 17400"/>
              <a:gd name="p0y1" fmla="*/ 0 h 900"/>
              <a:gd name="p0x2" fmla="*/ 17373 w 17400"/>
              <a:gd name="p0y2" fmla="*/ 0 h 900"/>
              <a:gd name="p0x3" fmla="*/ 17400 w 17400"/>
              <a:gd name="p0y3" fmla="*/ 26 h 900"/>
              <a:gd name="p0x4" fmla="*/ 17400 w 17400"/>
              <a:gd name="p0y4" fmla="*/ 60 h 900"/>
              <a:gd name="p0x5" fmla="*/ 17400 w 17400"/>
              <a:gd name="p0y5" fmla="*/ 840 h 900"/>
              <a:gd name="p0x6" fmla="*/ 17400 w 17400"/>
              <a:gd name="p0y6" fmla="*/ 873 h 900"/>
              <a:gd name="p0x7" fmla="*/ 17373 w 17400"/>
              <a:gd name="p0y7" fmla="*/ 900 h 900"/>
              <a:gd name="p0x8" fmla="*/ 17340 w 17400"/>
              <a:gd name="p0y8" fmla="*/ 900 h 900"/>
              <a:gd name="p0x9" fmla="*/ 60 w 17400"/>
              <a:gd name="p0y9" fmla="*/ 900 h 900"/>
              <a:gd name="p0x10" fmla="*/ 26 w 17400"/>
              <a:gd name="p0y10" fmla="*/ 900 h 900"/>
              <a:gd name="p0x11" fmla="*/ 0 w 17400"/>
              <a:gd name="p0y11" fmla="*/ 873 h 900"/>
              <a:gd name="p0x12" fmla="*/ 0 w 17400"/>
              <a:gd name="p0y12" fmla="*/ 840 h 900"/>
              <a:gd name="p0x13" fmla="*/ 0 w 17400"/>
              <a:gd name="p0y13" fmla="*/ 60 h 900"/>
              <a:gd name="p0x14" fmla="*/ 0 w 17400"/>
              <a:gd name="p0y14" fmla="*/ 26 h 900"/>
              <a:gd name="p0x15" fmla="*/ 26 w 17400"/>
              <a:gd name="p0y15" fmla="*/ 0 h 900"/>
              <a:gd name="p0x16" fmla="*/ 60 w 17400"/>
              <a:gd name="p0y16" fmla="*/ 0 h 9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t="-30000" b="-30000"/>
          <a:stretch>
            <a:fillRect/>
          </a:stretch>
        </p:blipFill>
        <p:spPr>
          <a:xfrm>
            <a:off x="766445" y="6076950"/>
            <a:ext cx="200025" cy="2286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3"/>
            </p:custDataLst>
          </p:nvPr>
        </p:nvSpPr>
        <p:spPr>
          <a:xfrm>
            <a:off x="1123950" y="6017924"/>
            <a:ext cx="10344150" cy="3457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i="1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五关难度递进，视听渐亮，这就是</a:t>
            </a:r>
            <a:r>
              <a:rPr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「出渊见天」</a:t>
            </a:r>
            <a:r>
              <a:rPr i="1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的视觉表达。</a:t>
            </a:r>
            <a:endParaRPr i="1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" name="图片 34" descr="fox_face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157470" y="2514600"/>
            <a:ext cx="2066925" cy="2066925"/>
          </a:xfrm>
          <a:prstGeom prst="rect">
            <a:avLst/>
          </a:prstGeom>
        </p:spPr>
      </p:pic>
      <p:pic>
        <p:nvPicPr>
          <p:cNvPr id="36" name="图片 35" descr="enemy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952750" y="2340610"/>
            <a:ext cx="2307590" cy="2307590"/>
          </a:xfrm>
          <a:prstGeom prst="rect">
            <a:avLst/>
          </a:prstGeom>
        </p:spPr>
      </p:pic>
      <p:pic>
        <p:nvPicPr>
          <p:cNvPr id="37" name="图片 36" descr="playerLight 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83515" y="1659255"/>
            <a:ext cx="3688715" cy="3688715"/>
          </a:xfrm>
          <a:prstGeom prst="rect">
            <a:avLst/>
          </a:prstGeom>
        </p:spPr>
      </p:pic>
      <p:pic>
        <p:nvPicPr>
          <p:cNvPr id="38" name="图片 37" descr="orb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864350" y="2340610"/>
            <a:ext cx="2792095" cy="2792095"/>
          </a:xfrm>
          <a:prstGeom prst="rect">
            <a:avLst/>
          </a:prstGeom>
        </p:spPr>
      </p:pic>
      <p:pic>
        <p:nvPicPr>
          <p:cNvPr id="39" name="图片 38" descr="shadow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532495" y="1914525"/>
            <a:ext cx="3769995" cy="37699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5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心得体会</a:t>
            </a:r>
            <a:endParaRPr lang="zh-CN" altLang="en-US"/>
          </a:p>
        </p:txBody>
      </p:sp>
      <p:sp>
        <p:nvSpPr>
          <p:cNvPr id="3" name="文本占位符 10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下一步与课程心得</a:t>
            </a:r>
            <a:endParaRPr sz="3000" b="1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571500" y="5924550"/>
            <a:ext cx="11049000" cy="552450"/>
            <a:chOff x="900" y="9330"/>
            <a:chExt cx="17400" cy="870"/>
          </a:xfrm>
        </p:grpSpPr>
        <p:sp>
          <p:nvSpPr>
            <p:cNvPr id="53" name="任意多边形 52"/>
            <p:cNvSpPr/>
            <p:nvPr>
              <p:custDataLst>
                <p:tags r:id="rId4"/>
              </p:custDataLst>
            </p:nvPr>
          </p:nvSpPr>
          <p:spPr>
            <a:xfrm>
              <a:off x="900" y="9330"/>
              <a:ext cx="17400" cy="870"/>
            </a:xfrm>
            <a:custGeom>
              <a:avLst/>
              <a:gdLst>
                <a:gd name="sw" fmla="*/ 1 w 17400"/>
                <a:gd name="sh" fmla="*/ 1 h 870"/>
                <a:gd name="mins" fmla="min sw sh"/>
                <a:gd name="dsw" fmla="+- 0 sw mins"/>
                <a:gd name="dsh" fmla="+- 0 sh mins"/>
                <a:gd name="p0x0" fmla="*/ 60 w 17400"/>
                <a:gd name="p0y0" fmla="*/ 0 h 870"/>
                <a:gd name="p0x1" fmla="*/ 17340 w 17400"/>
                <a:gd name="p0y1" fmla="*/ 0 h 870"/>
                <a:gd name="p0x2" fmla="*/ 17373 w 17400"/>
                <a:gd name="p0y2" fmla="*/ 0 h 870"/>
                <a:gd name="p0x3" fmla="*/ 17400 w 17400"/>
                <a:gd name="p0y3" fmla="*/ 26 h 870"/>
                <a:gd name="p0x4" fmla="*/ 17400 w 17400"/>
                <a:gd name="p0y4" fmla="*/ 60 h 870"/>
                <a:gd name="p0x5" fmla="*/ 17400 w 17400"/>
                <a:gd name="p0y5" fmla="*/ 810 h 870"/>
                <a:gd name="p0x6" fmla="*/ 17400 w 17400"/>
                <a:gd name="p0y6" fmla="*/ 843 h 870"/>
                <a:gd name="p0x7" fmla="*/ 17373 w 17400"/>
                <a:gd name="p0y7" fmla="*/ 870 h 870"/>
                <a:gd name="p0x8" fmla="*/ 17340 w 17400"/>
                <a:gd name="p0y8" fmla="*/ 870 h 870"/>
                <a:gd name="p0x9" fmla="*/ 60 w 17400"/>
                <a:gd name="p0y9" fmla="*/ 870 h 870"/>
                <a:gd name="p0x10" fmla="*/ 26 w 17400"/>
                <a:gd name="p0y10" fmla="*/ 870 h 870"/>
                <a:gd name="p0x11" fmla="*/ 0 w 17400"/>
                <a:gd name="p0y11" fmla="*/ 843 h 870"/>
                <a:gd name="p0x12" fmla="*/ 0 w 17400"/>
                <a:gd name="p0y12" fmla="*/ 810 h 870"/>
                <a:gd name="p0x13" fmla="*/ 0 w 17400"/>
                <a:gd name="p0y13" fmla="*/ 60 h 870"/>
                <a:gd name="p0x14" fmla="*/ 0 w 17400"/>
                <a:gd name="p0y14" fmla="*/ 26 h 870"/>
                <a:gd name="p0x15" fmla="*/ 26 w 17400"/>
                <a:gd name="p0y15" fmla="*/ 0 h 870"/>
                <a:gd name="p0x16" fmla="*/ 60 w 17400"/>
                <a:gd name="p0y16" fmla="*/ 0 h 87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  <a:alpha val="14118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>
              <p:custDataLst>
                <p:tags r:id="rId5"/>
              </p:custDataLst>
            </p:nvPr>
          </p:nvSpPr>
          <p:spPr>
            <a:xfrm>
              <a:off x="941" y="9330"/>
              <a:ext cx="17341" cy="28"/>
            </a:xfrm>
            <a:custGeom>
              <a:avLst/>
              <a:gdLst>
                <a:gd name="sw" fmla="*/ 1 w 17340"/>
                <a:gd name="sh" fmla="*/ 1 h 28"/>
                <a:gd name="mins" fmla="min sw sh"/>
                <a:gd name="dsw" fmla="+- 0 sw mins"/>
                <a:gd name="dsh" fmla="+- 0 sh mins"/>
                <a:gd name="p0x0" fmla="*/ 18 w 17340"/>
                <a:gd name="p0y0" fmla="*/ 0 h 28"/>
                <a:gd name="p0x1" fmla="*/ 17298 w 17340"/>
                <a:gd name="p0y1" fmla="*/ 0 h 28"/>
                <a:gd name="p0x2" fmla="*/ 17315 w 17340"/>
                <a:gd name="p0y2" fmla="*/ 0 h 28"/>
                <a:gd name="p0x3" fmla="*/ 17330 w 17340"/>
                <a:gd name="p0y3" fmla="*/ 6 h 28"/>
                <a:gd name="p0x4" fmla="*/ 17340 w 17340"/>
                <a:gd name="p0y4" fmla="*/ 17 h 28"/>
                <a:gd name="p0x5" fmla="*/ 17330 w 17340"/>
                <a:gd name="p0y5" fmla="*/ 28 h 28"/>
                <a:gd name="p0x6" fmla="*/ 17322 w 17340"/>
                <a:gd name="p0y6" fmla="*/ 20 h 28"/>
                <a:gd name="p0x7" fmla="*/ 17310 w 17340"/>
                <a:gd name="p0y7" fmla="*/ 15 h 28"/>
                <a:gd name="p0x8" fmla="*/ 17298 w 17340"/>
                <a:gd name="p0y8" fmla="*/ 15 h 28"/>
                <a:gd name="p0x9" fmla="*/ 18 w 17340"/>
                <a:gd name="p0y9" fmla="*/ 15 h 28"/>
                <a:gd name="p0x10" fmla="*/ 0 w 17340"/>
                <a:gd name="p0y10" fmla="*/ 2 h 28"/>
                <a:gd name="p0x11" fmla="*/ 0 w 17340"/>
                <a:gd name="p0y11" fmla="*/ 2 h 28"/>
                <a:gd name="p0x12" fmla="*/ 5 w 17340"/>
                <a:gd name="p0y12" fmla="*/ 1 h 28"/>
                <a:gd name="p0x13" fmla="*/ 12 w 17340"/>
                <a:gd name="p0y13" fmla="*/ 0 h 28"/>
                <a:gd name="p0x14" fmla="*/ 18 w 17340"/>
                <a:gd name="p0y14" fmla="*/ 0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lnTo>
                    <a:pt x="p0x10" y="p0y10"/>
                  </a:lnTo>
                  <a:lnTo>
                    <a:pt x="p0x11" y="p0y11"/>
                  </a:ln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>
              <p:custDataLst>
                <p:tags r:id="rId6"/>
              </p:custDataLst>
            </p:nvPr>
          </p:nvSpPr>
          <p:spPr>
            <a:xfrm>
              <a:off x="18271" y="9347"/>
              <a:ext cx="29" cy="835"/>
            </a:xfrm>
            <a:custGeom>
              <a:avLst/>
              <a:gdLst>
                <a:gd name="sw" fmla="*/ 1 w 28"/>
                <a:gd name="sh" fmla="*/ 1 h 834"/>
                <a:gd name="mins" fmla="min sw sh"/>
                <a:gd name="dsw" fmla="+- 0 sw mins"/>
                <a:gd name="dsh" fmla="+- 0 sh mins"/>
                <a:gd name="p0x0" fmla="*/ 28 w 28"/>
                <a:gd name="p0y0" fmla="*/ 42 h 834"/>
                <a:gd name="p0x1" fmla="*/ 28 w 28"/>
                <a:gd name="p0y1" fmla="*/ 792 h 834"/>
                <a:gd name="p0x2" fmla="*/ 28 w 28"/>
                <a:gd name="p0y2" fmla="*/ 808 h 834"/>
                <a:gd name="p0x3" fmla="*/ 21 w 28"/>
                <a:gd name="p0y3" fmla="*/ 823 h 834"/>
                <a:gd name="p0x4" fmla="*/ 10 w 28"/>
                <a:gd name="p0y4" fmla="*/ 834 h 834"/>
                <a:gd name="p0x5" fmla="*/ 0 w 28"/>
                <a:gd name="p0y5" fmla="*/ 824 h 834"/>
                <a:gd name="p0x6" fmla="*/ 8 w 28"/>
                <a:gd name="p0y6" fmla="*/ 816 h 834"/>
                <a:gd name="p0x7" fmla="*/ 13 w 28"/>
                <a:gd name="p0y7" fmla="*/ 804 h 834"/>
                <a:gd name="p0x8" fmla="*/ 13 w 28"/>
                <a:gd name="p0y8" fmla="*/ 792 h 834"/>
                <a:gd name="p0x9" fmla="*/ 13 w 28"/>
                <a:gd name="p0y9" fmla="*/ 42 h 834"/>
                <a:gd name="p0x10" fmla="*/ 13 w 28"/>
                <a:gd name="p0y10" fmla="*/ 30 h 834"/>
                <a:gd name="p0x11" fmla="*/ 8 w 28"/>
                <a:gd name="p0y11" fmla="*/ 18 h 834"/>
                <a:gd name="p0x12" fmla="*/ 0 w 28"/>
                <a:gd name="p0y12" fmla="*/ 10 h 834"/>
                <a:gd name="p0x13" fmla="*/ 10 w 28"/>
                <a:gd name="p0y13" fmla="*/ 0 h 834"/>
                <a:gd name="p0x14" fmla="*/ 21 w 28"/>
                <a:gd name="p0y14" fmla="*/ 10 h 834"/>
                <a:gd name="p0x15" fmla="*/ 28 w 28"/>
                <a:gd name="p0y15" fmla="*/ 25 h 834"/>
                <a:gd name="p0x16" fmla="*/ 28 w 28"/>
                <a:gd name="p0y16" fmla="*/ 42 h 83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>
              <p:custDataLst>
                <p:tags r:id="rId7"/>
              </p:custDataLst>
            </p:nvPr>
          </p:nvSpPr>
          <p:spPr>
            <a:xfrm>
              <a:off x="941" y="10171"/>
              <a:ext cx="17341" cy="29"/>
            </a:xfrm>
            <a:custGeom>
              <a:avLst/>
              <a:gdLst>
                <a:gd name="sw" fmla="*/ 1 w 17340"/>
                <a:gd name="sh" fmla="*/ 1 h 28"/>
                <a:gd name="mins" fmla="min sw sh"/>
                <a:gd name="dsw" fmla="+- 0 sw mins"/>
                <a:gd name="dsh" fmla="+- 0 sh mins"/>
                <a:gd name="p0x0" fmla="*/ 17298 w 17340"/>
                <a:gd name="p0y0" fmla="*/ 28 h 28"/>
                <a:gd name="p0x1" fmla="*/ 18 w 17340"/>
                <a:gd name="p0y1" fmla="*/ 28 h 28"/>
                <a:gd name="p0x2" fmla="*/ 12 w 17340"/>
                <a:gd name="p0y2" fmla="*/ 28 h 28"/>
                <a:gd name="p0x3" fmla="*/ 5 w 17340"/>
                <a:gd name="p0y3" fmla="*/ 27 h 28"/>
                <a:gd name="p0x4" fmla="*/ 0 w 17340"/>
                <a:gd name="p0y4" fmla="*/ 25 h 28"/>
                <a:gd name="p0x5" fmla="*/ 18 w 17340"/>
                <a:gd name="p0y5" fmla="*/ 13 h 28"/>
                <a:gd name="p0x6" fmla="*/ 17298 w 17340"/>
                <a:gd name="p0y6" fmla="*/ 13 h 28"/>
                <a:gd name="p0x7" fmla="*/ 17310 w 17340"/>
                <a:gd name="p0y7" fmla="*/ 13 h 28"/>
                <a:gd name="p0x8" fmla="*/ 17322 w 17340"/>
                <a:gd name="p0y8" fmla="*/ 8 h 28"/>
                <a:gd name="p0x9" fmla="*/ 17330 w 17340"/>
                <a:gd name="p0y9" fmla="*/ 0 h 28"/>
                <a:gd name="p0x10" fmla="*/ 17340 w 17340"/>
                <a:gd name="p0y10" fmla="*/ 10 h 28"/>
                <a:gd name="p0x11" fmla="*/ 17330 w 17340"/>
                <a:gd name="p0y11" fmla="*/ 21 h 28"/>
                <a:gd name="p0x12" fmla="*/ 17315 w 17340"/>
                <a:gd name="p0y12" fmla="*/ 28 h 28"/>
                <a:gd name="p0x13" fmla="*/ 17298 w 17340"/>
                <a:gd name="p0y13" fmla="*/ 28 h 2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>
              <p:custDataLst>
                <p:tags r:id="rId8"/>
              </p:custDataLst>
            </p:nvPr>
          </p:nvSpPr>
          <p:spPr>
            <a:xfrm>
              <a:off x="900" y="9332"/>
              <a:ext cx="60" cy="865"/>
            </a:xfrm>
            <a:custGeom>
              <a:avLst/>
              <a:gdLst>
                <a:gd name="sw" fmla="*/ 1 w 60"/>
                <a:gd name="sh" fmla="*/ 1 h 864"/>
                <a:gd name="mins" fmla="min sw sh"/>
                <a:gd name="dsw" fmla="+- 0 sw mins"/>
                <a:gd name="dsh" fmla="+- 0 sh mins"/>
                <a:gd name="p0x0" fmla="*/ 0 w 60"/>
                <a:gd name="p0y0" fmla="*/ 807 h 864"/>
                <a:gd name="p0x1" fmla="*/ 0 w 60"/>
                <a:gd name="p0y1" fmla="*/ 57 h 864"/>
                <a:gd name="p0x2" fmla="*/ 0 w 60"/>
                <a:gd name="p0y2" fmla="*/ 30 h 864"/>
                <a:gd name="p0x3" fmla="*/ 17 w 60"/>
                <a:gd name="p0y3" fmla="*/ 7 h 864"/>
                <a:gd name="p0x4" fmla="*/ 41 w 60"/>
                <a:gd name="p0y4" fmla="*/ 0 h 864"/>
                <a:gd name="p0x5" fmla="*/ 60 w 60"/>
                <a:gd name="p0y5" fmla="*/ 12 h 864"/>
                <a:gd name="p0x6" fmla="*/ 60 w 60"/>
                <a:gd name="p0y6" fmla="*/ 807 h 864"/>
                <a:gd name="p0x7" fmla="*/ 41 w 60"/>
                <a:gd name="p0y7" fmla="*/ 864 h 864"/>
                <a:gd name="p0x8" fmla="*/ 41 w 60"/>
                <a:gd name="p0y8" fmla="*/ 864 h 864"/>
                <a:gd name="p0x9" fmla="*/ 17 w 60"/>
                <a:gd name="p0y9" fmla="*/ 856 h 864"/>
                <a:gd name="p0x10" fmla="*/ 0 w 60"/>
                <a:gd name="p0y10" fmla="*/ 833 h 864"/>
                <a:gd name="p0x11" fmla="*/ 0 w 60"/>
                <a:gd name="p0y11" fmla="*/ 807 h 86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9" name="任意多边形 58"/>
          <p:cNvSpPr/>
          <p:nvPr>
            <p:custDataLst>
              <p:tags r:id="rId9"/>
            </p:custDataLst>
          </p:nvPr>
        </p:nvSpPr>
        <p:spPr>
          <a:xfrm>
            <a:off x="800100" y="60674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3333" t="-16190" r="-3333" b="-16190"/>
          <a:stretch>
            <a:fillRect/>
          </a:stretch>
        </p:blipFill>
        <p:spPr>
          <a:xfrm>
            <a:off x="857250" y="6109970"/>
            <a:ext cx="152400" cy="176530"/>
          </a:xfrm>
          <a:prstGeom prst="rect">
            <a:avLst/>
          </a:prstGeom>
        </p:spPr>
      </p:pic>
      <p:sp>
        <p:nvSpPr>
          <p:cNvPr id="62" name="文本框 61"/>
          <p:cNvSpPr txBox="1"/>
          <p:nvPr>
            <p:custDataLst>
              <p:tags r:id="rId13"/>
            </p:custDataLst>
          </p:nvPr>
        </p:nvSpPr>
        <p:spPr>
          <a:xfrm>
            <a:off x="1181100" y="6034088"/>
            <a:ext cx="3619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能导出给别人</a:t>
            </a:r>
            <a:r>
              <a:rPr sz="15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双击</a:t>
            </a: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，作业才真正变成作品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14"/>
            </p:custDataLst>
          </p:nvPr>
        </p:nvSpPr>
        <p:spPr>
          <a:xfrm>
            <a:off x="575945" y="1109345"/>
            <a:ext cx="5438775" cy="4657725"/>
          </a:xfrm>
          <a:custGeom>
            <a:avLst/>
            <a:gdLst>
              <a:gd name="sw" fmla="*/ 1 w 8565"/>
              <a:gd name="sh" fmla="*/ 1 h 7335"/>
              <a:gd name="mins" fmla="min sw sh"/>
              <a:gd name="dsw" fmla="+- 0 sw mins"/>
              <a:gd name="dsh" fmla="+- 0 sh mins"/>
              <a:gd name="p0x0" fmla="*/ 60 w 8565"/>
              <a:gd name="p0y0" fmla="*/ 0 h 7335"/>
              <a:gd name="p0x1" fmla="*/ 8505 w 8565"/>
              <a:gd name="p0y1" fmla="*/ 0 h 7335"/>
              <a:gd name="p0x2" fmla="*/ 8538 w 8565"/>
              <a:gd name="p0y2" fmla="*/ 0 h 7335"/>
              <a:gd name="p0x3" fmla="*/ 8565 w 8565"/>
              <a:gd name="p0y3" fmla="*/ 26 h 7335"/>
              <a:gd name="p0x4" fmla="*/ 8565 w 8565"/>
              <a:gd name="p0y4" fmla="*/ 60 h 7335"/>
              <a:gd name="p0x5" fmla="*/ 8565 w 8565"/>
              <a:gd name="p0y5" fmla="*/ 7275 h 7335"/>
              <a:gd name="p0x6" fmla="*/ 8565 w 8565"/>
              <a:gd name="p0y6" fmla="*/ 7308 h 7335"/>
              <a:gd name="p0x7" fmla="*/ 8538 w 8565"/>
              <a:gd name="p0y7" fmla="*/ 7335 h 7335"/>
              <a:gd name="p0x8" fmla="*/ 8505 w 8565"/>
              <a:gd name="p0y8" fmla="*/ 7335 h 7335"/>
              <a:gd name="p0x9" fmla="*/ 60 w 8565"/>
              <a:gd name="p0y9" fmla="*/ 7335 h 7335"/>
              <a:gd name="p0x10" fmla="*/ 26 w 8565"/>
              <a:gd name="p0y10" fmla="*/ 7335 h 7335"/>
              <a:gd name="p0x11" fmla="*/ 0 w 8565"/>
              <a:gd name="p0y11" fmla="*/ 7308 h 7335"/>
              <a:gd name="p0x12" fmla="*/ 0 w 8565"/>
              <a:gd name="p0y12" fmla="*/ 7275 h 7335"/>
              <a:gd name="p0x13" fmla="*/ 0 w 8565"/>
              <a:gd name="p0y13" fmla="*/ 60 h 7335"/>
              <a:gd name="p0x14" fmla="*/ 0 w 8565"/>
              <a:gd name="p0y14" fmla="*/ 26 h 7335"/>
              <a:gd name="p0x15" fmla="*/ 26 w 8565"/>
              <a:gd name="p0y15" fmla="*/ 0 h 7335"/>
              <a:gd name="p0x16" fmla="*/ 60 w 8565"/>
              <a:gd name="p0y16" fmla="*/ 0 h 7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  <a:effectLst>
            <a:outerShdw blurRad="40005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>
            <a:off x="771525" y="1304925"/>
            <a:ext cx="5048250" cy="542290"/>
            <a:chOff x="1215" y="2055"/>
            <a:chExt cx="7950" cy="854"/>
          </a:xfrm>
        </p:grpSpPr>
        <p:sp>
          <p:nvSpPr>
            <p:cNvPr id="6" name="任意多边形 5"/>
            <p:cNvSpPr/>
            <p:nvPr>
              <p:custDataLst>
                <p:tags r:id="rId15"/>
              </p:custDataLst>
            </p:nvPr>
          </p:nvSpPr>
          <p:spPr>
            <a:xfrm>
              <a:off x="1215" y="2055"/>
              <a:ext cx="7950" cy="855"/>
            </a:xfrm>
            <a:custGeom>
              <a:avLst/>
              <a:gdLst>
                <a:gd name="sw" fmla="*/ 1 w 7950"/>
                <a:gd name="sh" fmla="*/ 1 h 855"/>
                <a:gd name="mins" fmla="min sw sh"/>
                <a:gd name="dsw" fmla="+- 0 sw mins"/>
                <a:gd name="dsh" fmla="+- 0 sh mins"/>
                <a:gd name="p0x0" fmla="*/ 0 w 7950"/>
                <a:gd name="p0y0" fmla="*/ 0 h 855"/>
                <a:gd name="p0x1" fmla="*/ 7950 w 7950"/>
                <a:gd name="p0y1" fmla="*/ 0 h 855"/>
                <a:gd name="p0x2" fmla="*/ 7950 w 7950"/>
                <a:gd name="p0y2" fmla="*/ 855 h 855"/>
                <a:gd name="p0x3" fmla="*/ 0 w 7950"/>
                <a:gd name="p0y3" fmla="*/ 855 h 855"/>
                <a:gd name="p0x4" fmla="*/ 0 w 7950"/>
                <a:gd name="p0y4" fmla="*/ 0 h 85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>
              <p:custDataLst>
                <p:tags r:id="rId16"/>
              </p:custDataLst>
            </p:nvPr>
          </p:nvSpPr>
          <p:spPr>
            <a:xfrm>
              <a:off x="1215" y="2895"/>
              <a:ext cx="7950" cy="15"/>
            </a:xfrm>
            <a:custGeom>
              <a:avLst/>
              <a:gdLst>
                <a:gd name="sw" fmla="*/ 1 w 7950"/>
                <a:gd name="sh" fmla="*/ 1 h 15"/>
                <a:gd name="mins" fmla="min sw sh"/>
                <a:gd name="dsw" fmla="+- 0 sw mins"/>
                <a:gd name="dsh" fmla="+- 0 sh mins"/>
                <a:gd name="p0x0" fmla="*/ 7950 w 7950"/>
                <a:gd name="p0y0" fmla="*/ 15 h 15"/>
                <a:gd name="p0x1" fmla="*/ 0 w 7950"/>
                <a:gd name="p0y1" fmla="*/ 15 h 15"/>
                <a:gd name="p0x2" fmla="*/ 0 w 7950"/>
                <a:gd name="p0y2" fmla="*/ 0 h 15"/>
                <a:gd name="p0x3" fmla="*/ 7950 w 7950"/>
                <a:gd name="p0y3" fmla="*/ 0 h 15"/>
                <a:gd name="p0x4" fmla="*/ 7950 w 795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" name="任意多边形 8"/>
          <p:cNvSpPr/>
          <p:nvPr>
            <p:custDataLst>
              <p:tags r:id="rId17"/>
            </p:custDataLst>
          </p:nvPr>
        </p:nvSpPr>
        <p:spPr>
          <a:xfrm>
            <a:off x="7715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8810" t="-3651" r="-8810" b="-3651"/>
          <a:stretch>
            <a:fillRect/>
          </a:stretch>
        </p:blipFill>
        <p:spPr>
          <a:xfrm>
            <a:off x="902335" y="1404620"/>
            <a:ext cx="156845" cy="2146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21"/>
            </p:custDataLst>
          </p:nvPr>
        </p:nvSpPr>
        <p:spPr>
          <a:xfrm>
            <a:off x="1304925" y="1331595"/>
            <a:ext cx="108287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22"/>
            </p:custDataLst>
          </p:nvPr>
        </p:nvSpPr>
        <p:spPr>
          <a:xfrm>
            <a:off x="775970" y="1966595"/>
            <a:ext cx="5038725" cy="807085"/>
          </a:xfrm>
          <a:custGeom>
            <a:avLst/>
            <a:gdLst>
              <a:gd name="sw" fmla="*/ 1 w 7935"/>
              <a:gd name="sh" fmla="*/ 1 h 1271"/>
              <a:gd name="mins" fmla="min sw sh"/>
              <a:gd name="dsw" fmla="+- 0 sw mins"/>
              <a:gd name="dsh" fmla="+- 0 sh mins"/>
              <a:gd name="p0x0" fmla="*/ 60 w 7935"/>
              <a:gd name="p0y0" fmla="*/ 0 h 1271"/>
              <a:gd name="p0x1" fmla="*/ 7875 w 7935"/>
              <a:gd name="p0y1" fmla="*/ 0 h 1271"/>
              <a:gd name="p0x2" fmla="*/ 7908 w 7935"/>
              <a:gd name="p0y2" fmla="*/ 0 h 1271"/>
              <a:gd name="p0x3" fmla="*/ 7935 w 7935"/>
              <a:gd name="p0y3" fmla="*/ 26 h 1271"/>
              <a:gd name="p0x4" fmla="*/ 7935 w 7935"/>
              <a:gd name="p0y4" fmla="*/ 60 h 1271"/>
              <a:gd name="p0x5" fmla="*/ 7935 w 7935"/>
              <a:gd name="p0y5" fmla="*/ 1211 h 1271"/>
              <a:gd name="p0x6" fmla="*/ 7935 w 7935"/>
              <a:gd name="p0y6" fmla="*/ 1244 h 1271"/>
              <a:gd name="p0x7" fmla="*/ 7908 w 7935"/>
              <a:gd name="p0y7" fmla="*/ 1271 h 1271"/>
              <a:gd name="p0x8" fmla="*/ 7875 w 7935"/>
              <a:gd name="p0y8" fmla="*/ 1271 h 1271"/>
              <a:gd name="p0x9" fmla="*/ 60 w 7935"/>
              <a:gd name="p0y9" fmla="*/ 1271 h 1271"/>
              <a:gd name="p0x10" fmla="*/ 26 w 7935"/>
              <a:gd name="p0y10" fmla="*/ 1271 h 1271"/>
              <a:gd name="p0x11" fmla="*/ 0 w 7935"/>
              <a:gd name="p0y11" fmla="*/ 1244 h 1271"/>
              <a:gd name="p0x12" fmla="*/ 0 w 7935"/>
              <a:gd name="p0y12" fmla="*/ 1211 h 1271"/>
              <a:gd name="p0x13" fmla="*/ 0 w 7935"/>
              <a:gd name="p0y13" fmla="*/ 60 h 1271"/>
              <a:gd name="p0x14" fmla="*/ 0 w 7935"/>
              <a:gd name="p0y14" fmla="*/ 26 h 1271"/>
              <a:gd name="p0x15" fmla="*/ 26 w 7935"/>
              <a:gd name="p0y15" fmla="*/ 0 h 1271"/>
              <a:gd name="p0x16" fmla="*/ 60 w 7935"/>
              <a:gd name="p0y16" fmla="*/ 0 h 12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23"/>
            </p:custDataLst>
          </p:nvPr>
        </p:nvSpPr>
        <p:spPr>
          <a:xfrm>
            <a:off x="971550" y="2214245"/>
            <a:ext cx="876300" cy="312420"/>
          </a:xfrm>
          <a:custGeom>
            <a:avLst/>
            <a:gdLst>
              <a:gd name="sw" fmla="*/ 1 w 1380"/>
              <a:gd name="sh" fmla="*/ 1 h 491"/>
              <a:gd name="mins" fmla="min sw sh"/>
              <a:gd name="dsw" fmla="+- 0 sw mins"/>
              <a:gd name="dsh" fmla="+- 0 sh mins"/>
              <a:gd name="p0x0" fmla="*/ 245 w 1380"/>
              <a:gd name="p0y0" fmla="*/ 0 h 491"/>
              <a:gd name="p0x1" fmla="*/ 1134 w 1380"/>
              <a:gd name="p0y1" fmla="*/ 0 h 491"/>
              <a:gd name="p0x2" fmla="*/ 1269 w 1380"/>
              <a:gd name="p0y2" fmla="*/ 0 h 491"/>
              <a:gd name="p0x3" fmla="*/ 1380 w 1380"/>
              <a:gd name="p0y3" fmla="*/ 110 h 491"/>
              <a:gd name="p0x4" fmla="*/ 1380 w 1380"/>
              <a:gd name="p0y4" fmla="*/ 245 h 491"/>
              <a:gd name="p0x5" fmla="*/ 1380 w 1380"/>
              <a:gd name="p0y5" fmla="*/ 381 h 491"/>
              <a:gd name="p0x6" fmla="*/ 1269 w 1380"/>
              <a:gd name="p0y6" fmla="*/ 491 h 491"/>
              <a:gd name="p0x7" fmla="*/ 1134 w 1380"/>
              <a:gd name="p0y7" fmla="*/ 491 h 491"/>
              <a:gd name="p0x8" fmla="*/ 245 w 1380"/>
              <a:gd name="p0y8" fmla="*/ 491 h 491"/>
              <a:gd name="p0x9" fmla="*/ 110 w 1380"/>
              <a:gd name="p0y9" fmla="*/ 491 h 491"/>
              <a:gd name="p0x10" fmla="*/ 0 w 1380"/>
              <a:gd name="p0y10" fmla="*/ 381 h 491"/>
              <a:gd name="p0x11" fmla="*/ 0 w 1380"/>
              <a:gd name="p0y11" fmla="*/ 245 h 491"/>
              <a:gd name="p0x12" fmla="*/ 0 w 1380"/>
              <a:gd name="p0y12" fmla="*/ 110 h 491"/>
              <a:gd name="p0x13" fmla="*/ 110 w 1380"/>
              <a:gd name="p0y13" fmla="*/ 0 h 491"/>
              <a:gd name="p0x14" fmla="*/ 245 w 1380"/>
              <a:gd name="p0y14" fmla="*/ 0 h 49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24"/>
            </p:custDataLst>
          </p:nvPr>
        </p:nvSpPr>
        <p:spPr>
          <a:xfrm>
            <a:off x="1104900" y="2259111"/>
            <a:ext cx="762076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00" b="1">
                <a:solidFill>
                  <a:schemeClr val="accent1">
                    <a:lumMod val="42933"/>
                    <a:lumOff val="5706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战斗手感</a:t>
            </a:r>
            <a:endParaRPr sz="1200" b="1">
              <a:solidFill>
                <a:schemeClr val="accent1">
                  <a:lumMod val="42933"/>
                  <a:lumOff val="5706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25"/>
            </p:custDataLst>
          </p:nvPr>
        </p:nvSpPr>
        <p:spPr>
          <a:xfrm>
            <a:off x="2000326" y="2203847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关卡导演事件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26"/>
            </p:custDataLst>
          </p:nvPr>
        </p:nvSpPr>
        <p:spPr>
          <a:xfrm>
            <a:off x="775970" y="2897505"/>
            <a:ext cx="5038725" cy="807720"/>
          </a:xfrm>
          <a:custGeom>
            <a:avLst/>
            <a:gdLst>
              <a:gd name="sw" fmla="*/ 1 w 7935"/>
              <a:gd name="sh" fmla="*/ 1 h 1271"/>
              <a:gd name="mins" fmla="min sw sh"/>
              <a:gd name="dsw" fmla="+- 0 sw mins"/>
              <a:gd name="dsh" fmla="+- 0 sh mins"/>
              <a:gd name="p0x0" fmla="*/ 60 w 7935"/>
              <a:gd name="p0y0" fmla="*/ 0 h 1271"/>
              <a:gd name="p0x1" fmla="*/ 7875 w 7935"/>
              <a:gd name="p0y1" fmla="*/ 0 h 1271"/>
              <a:gd name="p0x2" fmla="*/ 7908 w 7935"/>
              <a:gd name="p0y2" fmla="*/ 0 h 1271"/>
              <a:gd name="p0x3" fmla="*/ 7935 w 7935"/>
              <a:gd name="p0y3" fmla="*/ 26 h 1271"/>
              <a:gd name="p0x4" fmla="*/ 7935 w 7935"/>
              <a:gd name="p0y4" fmla="*/ 60 h 1271"/>
              <a:gd name="p0x5" fmla="*/ 7935 w 7935"/>
              <a:gd name="p0y5" fmla="*/ 1211 h 1271"/>
              <a:gd name="p0x6" fmla="*/ 7935 w 7935"/>
              <a:gd name="p0y6" fmla="*/ 1244 h 1271"/>
              <a:gd name="p0x7" fmla="*/ 7908 w 7935"/>
              <a:gd name="p0y7" fmla="*/ 1271 h 1271"/>
              <a:gd name="p0x8" fmla="*/ 7875 w 7935"/>
              <a:gd name="p0y8" fmla="*/ 1271 h 1271"/>
              <a:gd name="p0x9" fmla="*/ 60 w 7935"/>
              <a:gd name="p0y9" fmla="*/ 1271 h 1271"/>
              <a:gd name="p0x10" fmla="*/ 26 w 7935"/>
              <a:gd name="p0y10" fmla="*/ 1271 h 1271"/>
              <a:gd name="p0x11" fmla="*/ 0 w 7935"/>
              <a:gd name="p0y11" fmla="*/ 1244 h 1271"/>
              <a:gd name="p0x12" fmla="*/ 0 w 7935"/>
              <a:gd name="p0y12" fmla="*/ 1211 h 1271"/>
              <a:gd name="p0x13" fmla="*/ 0 w 7935"/>
              <a:gd name="p0y13" fmla="*/ 60 h 1271"/>
              <a:gd name="p0x14" fmla="*/ 0 w 7935"/>
              <a:gd name="p0y14" fmla="*/ 26 h 1271"/>
              <a:gd name="p0x15" fmla="*/ 26 w 7935"/>
              <a:gd name="p0y15" fmla="*/ 0 h 1271"/>
              <a:gd name="p0x16" fmla="*/ 60 w 7935"/>
              <a:gd name="p0y16" fmla="*/ 0 h 12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27"/>
            </p:custDataLst>
          </p:nvPr>
        </p:nvSpPr>
        <p:spPr>
          <a:xfrm>
            <a:off x="971550" y="3145155"/>
            <a:ext cx="1028700" cy="312420"/>
          </a:xfrm>
          <a:custGeom>
            <a:avLst/>
            <a:gdLst>
              <a:gd name="sw" fmla="*/ 1 w 1620"/>
              <a:gd name="sh" fmla="*/ 1 h 491"/>
              <a:gd name="mins" fmla="min sw sh"/>
              <a:gd name="dsw" fmla="+- 0 sw mins"/>
              <a:gd name="dsh" fmla="+- 0 sh mins"/>
              <a:gd name="p0x0" fmla="*/ 245 w 1620"/>
              <a:gd name="p0y0" fmla="*/ 0 h 491"/>
              <a:gd name="p0x1" fmla="*/ 1374 w 1620"/>
              <a:gd name="p0y1" fmla="*/ 0 h 491"/>
              <a:gd name="p0x2" fmla="*/ 1509 w 1620"/>
              <a:gd name="p0y2" fmla="*/ 0 h 491"/>
              <a:gd name="p0x3" fmla="*/ 1620 w 1620"/>
              <a:gd name="p0y3" fmla="*/ 110 h 491"/>
              <a:gd name="p0x4" fmla="*/ 1620 w 1620"/>
              <a:gd name="p0y4" fmla="*/ 245 h 491"/>
              <a:gd name="p0x5" fmla="*/ 1620 w 1620"/>
              <a:gd name="p0y5" fmla="*/ 381 h 491"/>
              <a:gd name="p0x6" fmla="*/ 1509 w 1620"/>
              <a:gd name="p0y6" fmla="*/ 491 h 491"/>
              <a:gd name="p0x7" fmla="*/ 1374 w 1620"/>
              <a:gd name="p0y7" fmla="*/ 491 h 491"/>
              <a:gd name="p0x8" fmla="*/ 245 w 1620"/>
              <a:gd name="p0y8" fmla="*/ 491 h 491"/>
              <a:gd name="p0x9" fmla="*/ 110 w 1620"/>
              <a:gd name="p0y9" fmla="*/ 491 h 491"/>
              <a:gd name="p0x10" fmla="*/ 0 w 1620"/>
              <a:gd name="p0y10" fmla="*/ 381 h 491"/>
              <a:gd name="p0x11" fmla="*/ 0 w 1620"/>
              <a:gd name="p0y11" fmla="*/ 245 h 491"/>
              <a:gd name="p0x12" fmla="*/ 0 w 1620"/>
              <a:gd name="p0y12" fmla="*/ 110 h 491"/>
              <a:gd name="p0x13" fmla="*/ 110 w 1620"/>
              <a:gd name="p0y13" fmla="*/ 0 h 491"/>
              <a:gd name="p0x14" fmla="*/ 245 w 1620"/>
              <a:gd name="p0y14" fmla="*/ 0 h 49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8"/>
            </p:custDataLst>
          </p:nvPr>
        </p:nvSpPr>
        <p:spPr>
          <a:xfrm>
            <a:off x="1104900" y="3190180"/>
            <a:ext cx="914476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00" b="1">
                <a:solidFill>
                  <a:schemeClr val="accent1">
                    <a:lumMod val="42933"/>
                    <a:lumOff val="5706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操作重绑定</a:t>
            </a:r>
            <a:endParaRPr sz="1200" b="1">
              <a:solidFill>
                <a:schemeClr val="accent1">
                  <a:lumMod val="42933"/>
                  <a:lumOff val="5706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9"/>
            </p:custDataLst>
          </p:nvPr>
        </p:nvSpPr>
        <p:spPr>
          <a:xfrm>
            <a:off x="2152726" y="3134916"/>
            <a:ext cx="762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难度档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30"/>
            </p:custDataLst>
          </p:nvPr>
        </p:nvSpPr>
        <p:spPr>
          <a:xfrm>
            <a:off x="775970" y="3829050"/>
            <a:ext cx="5038725" cy="807085"/>
          </a:xfrm>
          <a:custGeom>
            <a:avLst/>
            <a:gdLst>
              <a:gd name="sw" fmla="*/ 1 w 7935"/>
              <a:gd name="sh" fmla="*/ 1 h 1271"/>
              <a:gd name="mins" fmla="min sw sh"/>
              <a:gd name="dsw" fmla="+- 0 sw mins"/>
              <a:gd name="dsh" fmla="+- 0 sh mins"/>
              <a:gd name="p0x0" fmla="*/ 60 w 7935"/>
              <a:gd name="p0y0" fmla="*/ 0 h 1271"/>
              <a:gd name="p0x1" fmla="*/ 7875 w 7935"/>
              <a:gd name="p0y1" fmla="*/ 0 h 1271"/>
              <a:gd name="p0x2" fmla="*/ 7908 w 7935"/>
              <a:gd name="p0y2" fmla="*/ 0 h 1271"/>
              <a:gd name="p0x3" fmla="*/ 7935 w 7935"/>
              <a:gd name="p0y3" fmla="*/ 26 h 1271"/>
              <a:gd name="p0x4" fmla="*/ 7935 w 7935"/>
              <a:gd name="p0y4" fmla="*/ 60 h 1271"/>
              <a:gd name="p0x5" fmla="*/ 7935 w 7935"/>
              <a:gd name="p0y5" fmla="*/ 1211 h 1271"/>
              <a:gd name="p0x6" fmla="*/ 7935 w 7935"/>
              <a:gd name="p0y6" fmla="*/ 1244 h 1271"/>
              <a:gd name="p0x7" fmla="*/ 7908 w 7935"/>
              <a:gd name="p0y7" fmla="*/ 1271 h 1271"/>
              <a:gd name="p0x8" fmla="*/ 7875 w 7935"/>
              <a:gd name="p0y8" fmla="*/ 1271 h 1271"/>
              <a:gd name="p0x9" fmla="*/ 60 w 7935"/>
              <a:gd name="p0y9" fmla="*/ 1271 h 1271"/>
              <a:gd name="p0x10" fmla="*/ 26 w 7935"/>
              <a:gd name="p0y10" fmla="*/ 1271 h 1271"/>
              <a:gd name="p0x11" fmla="*/ 0 w 7935"/>
              <a:gd name="p0y11" fmla="*/ 1244 h 1271"/>
              <a:gd name="p0x12" fmla="*/ 0 w 7935"/>
              <a:gd name="p0y12" fmla="*/ 1211 h 1271"/>
              <a:gd name="p0x13" fmla="*/ 0 w 7935"/>
              <a:gd name="p0y13" fmla="*/ 60 h 1271"/>
              <a:gd name="p0x14" fmla="*/ 0 w 7935"/>
              <a:gd name="p0y14" fmla="*/ 26 h 1271"/>
              <a:gd name="p0x15" fmla="*/ 26 w 7935"/>
              <a:gd name="p0y15" fmla="*/ 0 h 1271"/>
              <a:gd name="p0x16" fmla="*/ 60 w 7935"/>
              <a:gd name="p0y16" fmla="*/ 0 h 12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31"/>
            </p:custDataLst>
          </p:nvPr>
        </p:nvSpPr>
        <p:spPr>
          <a:xfrm>
            <a:off x="971550" y="4076065"/>
            <a:ext cx="876300" cy="312420"/>
          </a:xfrm>
          <a:custGeom>
            <a:avLst/>
            <a:gdLst>
              <a:gd name="sw" fmla="*/ 1 w 1380"/>
              <a:gd name="sh" fmla="*/ 1 h 491"/>
              <a:gd name="mins" fmla="min sw sh"/>
              <a:gd name="dsw" fmla="+- 0 sw mins"/>
              <a:gd name="dsh" fmla="+- 0 sh mins"/>
              <a:gd name="p0x0" fmla="*/ 245 w 1380"/>
              <a:gd name="p0y0" fmla="*/ 0 h 491"/>
              <a:gd name="p0x1" fmla="*/ 1134 w 1380"/>
              <a:gd name="p0y1" fmla="*/ 0 h 491"/>
              <a:gd name="p0x2" fmla="*/ 1269 w 1380"/>
              <a:gd name="p0y2" fmla="*/ 0 h 491"/>
              <a:gd name="p0x3" fmla="*/ 1380 w 1380"/>
              <a:gd name="p0y3" fmla="*/ 110 h 491"/>
              <a:gd name="p0x4" fmla="*/ 1380 w 1380"/>
              <a:gd name="p0y4" fmla="*/ 245 h 491"/>
              <a:gd name="p0x5" fmla="*/ 1380 w 1380"/>
              <a:gd name="p0y5" fmla="*/ 381 h 491"/>
              <a:gd name="p0x6" fmla="*/ 1269 w 1380"/>
              <a:gd name="p0y6" fmla="*/ 491 h 491"/>
              <a:gd name="p0x7" fmla="*/ 1134 w 1380"/>
              <a:gd name="p0y7" fmla="*/ 491 h 491"/>
              <a:gd name="p0x8" fmla="*/ 245 w 1380"/>
              <a:gd name="p0y8" fmla="*/ 491 h 491"/>
              <a:gd name="p0x9" fmla="*/ 110 w 1380"/>
              <a:gd name="p0y9" fmla="*/ 491 h 491"/>
              <a:gd name="p0x10" fmla="*/ 0 w 1380"/>
              <a:gd name="p0y10" fmla="*/ 381 h 491"/>
              <a:gd name="p0x11" fmla="*/ 0 w 1380"/>
              <a:gd name="p0y11" fmla="*/ 245 h 491"/>
              <a:gd name="p0x12" fmla="*/ 0 w 1380"/>
              <a:gd name="p0y12" fmla="*/ 110 h 491"/>
              <a:gd name="p0x13" fmla="*/ 110 w 1380"/>
              <a:gd name="p0y13" fmla="*/ 0 h 491"/>
              <a:gd name="p0x14" fmla="*/ 245 w 1380"/>
              <a:gd name="p0y14" fmla="*/ 0 h 49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32"/>
            </p:custDataLst>
          </p:nvPr>
        </p:nvSpPr>
        <p:spPr>
          <a:xfrm>
            <a:off x="1104900" y="4121248"/>
            <a:ext cx="762076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00" b="1">
                <a:solidFill>
                  <a:schemeClr val="accent1">
                    <a:lumMod val="42933"/>
                    <a:lumOff val="5706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影子技能</a:t>
            </a:r>
            <a:endParaRPr sz="1200" b="1">
              <a:solidFill>
                <a:schemeClr val="accent1">
                  <a:lumMod val="42933"/>
                  <a:lumOff val="5706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33"/>
            </p:custDataLst>
          </p:nvPr>
        </p:nvSpPr>
        <p:spPr>
          <a:xfrm>
            <a:off x="2000326" y="4065984"/>
            <a:ext cx="952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技能分支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34"/>
            </p:custDataLst>
          </p:nvPr>
        </p:nvSpPr>
        <p:spPr>
          <a:xfrm>
            <a:off x="775970" y="4759960"/>
            <a:ext cx="5038725" cy="807085"/>
          </a:xfrm>
          <a:custGeom>
            <a:avLst/>
            <a:gdLst>
              <a:gd name="sw" fmla="*/ 1 w 7935"/>
              <a:gd name="sh" fmla="*/ 1 h 1271"/>
              <a:gd name="mins" fmla="min sw sh"/>
              <a:gd name="dsw" fmla="+- 0 sw mins"/>
              <a:gd name="dsh" fmla="+- 0 sh mins"/>
              <a:gd name="p0x0" fmla="*/ 60 w 7935"/>
              <a:gd name="p0y0" fmla="*/ 0 h 1271"/>
              <a:gd name="p0x1" fmla="*/ 7875 w 7935"/>
              <a:gd name="p0y1" fmla="*/ 0 h 1271"/>
              <a:gd name="p0x2" fmla="*/ 7908 w 7935"/>
              <a:gd name="p0y2" fmla="*/ 0 h 1271"/>
              <a:gd name="p0x3" fmla="*/ 7935 w 7935"/>
              <a:gd name="p0y3" fmla="*/ 26 h 1271"/>
              <a:gd name="p0x4" fmla="*/ 7935 w 7935"/>
              <a:gd name="p0y4" fmla="*/ 60 h 1271"/>
              <a:gd name="p0x5" fmla="*/ 7935 w 7935"/>
              <a:gd name="p0y5" fmla="*/ 1211 h 1271"/>
              <a:gd name="p0x6" fmla="*/ 7935 w 7935"/>
              <a:gd name="p0y6" fmla="*/ 1244 h 1271"/>
              <a:gd name="p0x7" fmla="*/ 7908 w 7935"/>
              <a:gd name="p0y7" fmla="*/ 1271 h 1271"/>
              <a:gd name="p0x8" fmla="*/ 7875 w 7935"/>
              <a:gd name="p0y8" fmla="*/ 1271 h 1271"/>
              <a:gd name="p0x9" fmla="*/ 60 w 7935"/>
              <a:gd name="p0y9" fmla="*/ 1271 h 1271"/>
              <a:gd name="p0x10" fmla="*/ 26 w 7935"/>
              <a:gd name="p0y10" fmla="*/ 1271 h 1271"/>
              <a:gd name="p0x11" fmla="*/ 0 w 7935"/>
              <a:gd name="p0y11" fmla="*/ 1244 h 1271"/>
              <a:gd name="p0x12" fmla="*/ 0 w 7935"/>
              <a:gd name="p0y12" fmla="*/ 1211 h 1271"/>
              <a:gd name="p0x13" fmla="*/ 0 w 7935"/>
              <a:gd name="p0y13" fmla="*/ 60 h 1271"/>
              <a:gd name="p0x14" fmla="*/ 0 w 7935"/>
              <a:gd name="p0y14" fmla="*/ 26 h 1271"/>
              <a:gd name="p0x15" fmla="*/ 26 w 7935"/>
              <a:gd name="p0y15" fmla="*/ 0 h 1271"/>
              <a:gd name="p0x16" fmla="*/ 60 w 7935"/>
              <a:gd name="p0y16" fmla="*/ 0 h 12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35"/>
            </p:custDataLst>
          </p:nvPr>
        </p:nvSpPr>
        <p:spPr>
          <a:xfrm>
            <a:off x="971550" y="5006975"/>
            <a:ext cx="723900" cy="312420"/>
          </a:xfrm>
          <a:custGeom>
            <a:avLst/>
            <a:gdLst>
              <a:gd name="sw" fmla="*/ 1 w 1140"/>
              <a:gd name="sh" fmla="*/ 1 h 491"/>
              <a:gd name="mins" fmla="min sw sh"/>
              <a:gd name="dsw" fmla="+- 0 sw mins"/>
              <a:gd name="dsh" fmla="+- 0 sh mins"/>
              <a:gd name="p0x0" fmla="*/ 245 w 1140"/>
              <a:gd name="p0y0" fmla="*/ 0 h 491"/>
              <a:gd name="p0x1" fmla="*/ 894 w 1140"/>
              <a:gd name="p0y1" fmla="*/ 0 h 491"/>
              <a:gd name="p0x2" fmla="*/ 1029 w 1140"/>
              <a:gd name="p0y2" fmla="*/ 0 h 491"/>
              <a:gd name="p0x3" fmla="*/ 1140 w 1140"/>
              <a:gd name="p0y3" fmla="*/ 110 h 491"/>
              <a:gd name="p0x4" fmla="*/ 1140 w 1140"/>
              <a:gd name="p0y4" fmla="*/ 245 h 491"/>
              <a:gd name="p0x5" fmla="*/ 1140 w 1140"/>
              <a:gd name="p0y5" fmla="*/ 381 h 491"/>
              <a:gd name="p0x6" fmla="*/ 1029 w 1140"/>
              <a:gd name="p0y6" fmla="*/ 491 h 491"/>
              <a:gd name="p0x7" fmla="*/ 894 w 1140"/>
              <a:gd name="p0y7" fmla="*/ 491 h 491"/>
              <a:gd name="p0x8" fmla="*/ 245 w 1140"/>
              <a:gd name="p0y8" fmla="*/ 491 h 491"/>
              <a:gd name="p0x9" fmla="*/ 110 w 1140"/>
              <a:gd name="p0y9" fmla="*/ 491 h 491"/>
              <a:gd name="p0x10" fmla="*/ 0 w 1140"/>
              <a:gd name="p0y10" fmla="*/ 381 h 491"/>
              <a:gd name="p0x11" fmla="*/ 0 w 1140"/>
              <a:gd name="p0y11" fmla="*/ 245 h 491"/>
              <a:gd name="p0x12" fmla="*/ 0 w 1140"/>
              <a:gd name="p0y12" fmla="*/ 110 h 491"/>
              <a:gd name="p0x13" fmla="*/ 110 w 1140"/>
              <a:gd name="p0y13" fmla="*/ 0 h 491"/>
              <a:gd name="p0x14" fmla="*/ 245 w 1140"/>
              <a:gd name="p0y14" fmla="*/ 0 h 49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6"/>
            </p:custDataLst>
          </p:nvPr>
        </p:nvSpPr>
        <p:spPr>
          <a:xfrm>
            <a:off x="1104900" y="5052317"/>
            <a:ext cx="609676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00" b="1">
                <a:solidFill>
                  <a:schemeClr val="accent1">
                    <a:lumMod val="42933"/>
                    <a:lumOff val="5706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安装包</a:t>
            </a:r>
            <a:endParaRPr sz="1200" b="1">
              <a:solidFill>
                <a:schemeClr val="accent1">
                  <a:lumMod val="42933"/>
                  <a:lumOff val="5706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7"/>
            </p:custDataLst>
          </p:nvPr>
        </p:nvSpPr>
        <p:spPr>
          <a:xfrm>
            <a:off x="1847926" y="4997053"/>
            <a:ext cx="2204142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商店图、</a:t>
            </a:r>
            <a:r>
              <a:rPr lang="en-US" altLang="zh-CN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HUD </a:t>
            </a:r>
            <a:r>
              <a:rPr lang="zh-CN" altLang="en-US"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单例统一</a:t>
            </a:r>
            <a:endParaRPr lang="zh-CN" altLang="en-US"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8"/>
            </p:custDataLst>
          </p:nvPr>
        </p:nvSpPr>
        <p:spPr>
          <a:xfrm>
            <a:off x="6176645" y="1109345"/>
            <a:ext cx="5438775" cy="4657725"/>
          </a:xfrm>
          <a:custGeom>
            <a:avLst/>
            <a:gdLst>
              <a:gd name="sw" fmla="*/ 1 w 8565"/>
              <a:gd name="sh" fmla="*/ 1 h 7335"/>
              <a:gd name="mins" fmla="min sw sh"/>
              <a:gd name="dsw" fmla="+- 0 sw mins"/>
              <a:gd name="dsh" fmla="+- 0 sh mins"/>
              <a:gd name="p0x0" fmla="*/ 60 w 8565"/>
              <a:gd name="p0y0" fmla="*/ 0 h 7335"/>
              <a:gd name="p0x1" fmla="*/ 8505 w 8565"/>
              <a:gd name="p0y1" fmla="*/ 0 h 7335"/>
              <a:gd name="p0x2" fmla="*/ 8538 w 8565"/>
              <a:gd name="p0y2" fmla="*/ 0 h 7335"/>
              <a:gd name="p0x3" fmla="*/ 8565 w 8565"/>
              <a:gd name="p0y3" fmla="*/ 26 h 7335"/>
              <a:gd name="p0x4" fmla="*/ 8565 w 8565"/>
              <a:gd name="p0y4" fmla="*/ 60 h 7335"/>
              <a:gd name="p0x5" fmla="*/ 8565 w 8565"/>
              <a:gd name="p0y5" fmla="*/ 7275 h 7335"/>
              <a:gd name="p0x6" fmla="*/ 8565 w 8565"/>
              <a:gd name="p0y6" fmla="*/ 7308 h 7335"/>
              <a:gd name="p0x7" fmla="*/ 8538 w 8565"/>
              <a:gd name="p0y7" fmla="*/ 7335 h 7335"/>
              <a:gd name="p0x8" fmla="*/ 8505 w 8565"/>
              <a:gd name="p0y8" fmla="*/ 7335 h 7335"/>
              <a:gd name="p0x9" fmla="*/ 60 w 8565"/>
              <a:gd name="p0y9" fmla="*/ 7335 h 7335"/>
              <a:gd name="p0x10" fmla="*/ 26 w 8565"/>
              <a:gd name="p0y10" fmla="*/ 7335 h 7335"/>
              <a:gd name="p0x11" fmla="*/ 0 w 8565"/>
              <a:gd name="p0y11" fmla="*/ 7308 h 7335"/>
              <a:gd name="p0x12" fmla="*/ 0 w 8565"/>
              <a:gd name="p0y12" fmla="*/ 7275 h 7335"/>
              <a:gd name="p0x13" fmla="*/ 0 w 8565"/>
              <a:gd name="p0y13" fmla="*/ 60 h 7335"/>
              <a:gd name="p0x14" fmla="*/ 0 w 8565"/>
              <a:gd name="p0y14" fmla="*/ 26 h 7335"/>
              <a:gd name="p0x15" fmla="*/ 26 w 8565"/>
              <a:gd name="p0y15" fmla="*/ 0 h 7335"/>
              <a:gd name="p0x16" fmla="*/ 60 w 8565"/>
              <a:gd name="p0y16" fmla="*/ 0 h 7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9525" cmpd="sng">
            <a:solidFill>
              <a:srgbClr val="FFFFFF">
                <a:alpha val="10980"/>
              </a:srgbClr>
            </a:solidFill>
            <a:prstDash val="solid"/>
          </a:ln>
          <a:effectLst>
            <a:outerShdw blurRad="400050" algn="ctr" rotWithShape="0">
              <a:schemeClr val="accent1">
                <a:alpha val="34902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4" name="组合 63"/>
          <p:cNvGrpSpPr/>
          <p:nvPr/>
        </p:nvGrpSpPr>
        <p:grpSpPr>
          <a:xfrm>
            <a:off x="6372225" y="1304925"/>
            <a:ext cx="5048250" cy="542290"/>
            <a:chOff x="10035" y="2055"/>
            <a:chExt cx="7950" cy="854"/>
          </a:xfrm>
        </p:grpSpPr>
        <p:sp>
          <p:nvSpPr>
            <p:cNvPr id="30" name="任意多边形 29"/>
            <p:cNvSpPr/>
            <p:nvPr>
              <p:custDataLst>
                <p:tags r:id="rId39"/>
              </p:custDataLst>
            </p:nvPr>
          </p:nvSpPr>
          <p:spPr>
            <a:xfrm>
              <a:off x="10035" y="2055"/>
              <a:ext cx="7950" cy="855"/>
            </a:xfrm>
            <a:custGeom>
              <a:avLst/>
              <a:gdLst>
                <a:gd name="sw" fmla="*/ 1 w 7950"/>
                <a:gd name="sh" fmla="*/ 1 h 855"/>
                <a:gd name="mins" fmla="min sw sh"/>
                <a:gd name="dsw" fmla="+- 0 sw mins"/>
                <a:gd name="dsh" fmla="+- 0 sh mins"/>
                <a:gd name="p0x0" fmla="*/ 0 w 7950"/>
                <a:gd name="p0y0" fmla="*/ 0 h 855"/>
                <a:gd name="p0x1" fmla="*/ 7950 w 7950"/>
                <a:gd name="p0y1" fmla="*/ 0 h 855"/>
                <a:gd name="p0x2" fmla="*/ 7950 w 7950"/>
                <a:gd name="p0y2" fmla="*/ 855 h 855"/>
                <a:gd name="p0x3" fmla="*/ 0 w 7950"/>
                <a:gd name="p0y3" fmla="*/ 855 h 855"/>
                <a:gd name="p0x4" fmla="*/ 0 w 7950"/>
                <a:gd name="p0y4" fmla="*/ 0 h 85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>
              <p:custDataLst>
                <p:tags r:id="rId40"/>
              </p:custDataLst>
            </p:nvPr>
          </p:nvSpPr>
          <p:spPr>
            <a:xfrm>
              <a:off x="10035" y="2895"/>
              <a:ext cx="7950" cy="15"/>
            </a:xfrm>
            <a:custGeom>
              <a:avLst/>
              <a:gdLst>
                <a:gd name="sw" fmla="*/ 1 w 7950"/>
                <a:gd name="sh" fmla="*/ 1 h 15"/>
                <a:gd name="mins" fmla="min sw sh"/>
                <a:gd name="dsw" fmla="+- 0 sw mins"/>
                <a:gd name="dsh" fmla="+- 0 sh mins"/>
                <a:gd name="p0x0" fmla="*/ 7950 w 7950"/>
                <a:gd name="p0y0" fmla="*/ 15 h 15"/>
                <a:gd name="p0x1" fmla="*/ 0 w 7950"/>
                <a:gd name="p0y1" fmla="*/ 15 h 15"/>
                <a:gd name="p0x2" fmla="*/ 0 w 7950"/>
                <a:gd name="p0y2" fmla="*/ 0 h 15"/>
                <a:gd name="p0x3" fmla="*/ 7950 w 7950"/>
                <a:gd name="p0y3" fmla="*/ 0 h 15"/>
                <a:gd name="p0x4" fmla="*/ 7950 w 795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3" name="任意多边形 32"/>
          <p:cNvSpPr/>
          <p:nvPr>
            <p:custDataLst>
              <p:tags r:id="rId41"/>
            </p:custDataLst>
          </p:nvPr>
        </p:nvSpPr>
        <p:spPr>
          <a:xfrm>
            <a:off x="63722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60 w 660"/>
              <a:gd name="p0y0" fmla="*/ 0 h 660"/>
              <a:gd name="p0x1" fmla="*/ 600 w 660"/>
              <a:gd name="p0y1" fmla="*/ 0 h 660"/>
              <a:gd name="p0x2" fmla="*/ 633 w 660"/>
              <a:gd name="p0y2" fmla="*/ 0 h 660"/>
              <a:gd name="p0x3" fmla="*/ 660 w 660"/>
              <a:gd name="p0y3" fmla="*/ 26 h 660"/>
              <a:gd name="p0x4" fmla="*/ 660 w 660"/>
              <a:gd name="p0y4" fmla="*/ 60 h 660"/>
              <a:gd name="p0x5" fmla="*/ 660 w 660"/>
              <a:gd name="p0y5" fmla="*/ 600 h 660"/>
              <a:gd name="p0x6" fmla="*/ 660 w 660"/>
              <a:gd name="p0y6" fmla="*/ 633 h 660"/>
              <a:gd name="p0x7" fmla="*/ 633 w 660"/>
              <a:gd name="p0y7" fmla="*/ 660 h 660"/>
              <a:gd name="p0x8" fmla="*/ 600 w 660"/>
              <a:gd name="p0y8" fmla="*/ 660 h 660"/>
              <a:gd name="p0x9" fmla="*/ 60 w 660"/>
              <a:gd name="p0y9" fmla="*/ 660 h 660"/>
              <a:gd name="p0x10" fmla="*/ 26 w 660"/>
              <a:gd name="p0y10" fmla="*/ 660 h 660"/>
              <a:gd name="p0x11" fmla="*/ 0 w 660"/>
              <a:gd name="p0y11" fmla="*/ 633 h 660"/>
              <a:gd name="p0x12" fmla="*/ 0 w 660"/>
              <a:gd name="p0y12" fmla="*/ 600 h 660"/>
              <a:gd name="p0x13" fmla="*/ 0 w 660"/>
              <a:gd name="p0y13" fmla="*/ 60 h 660"/>
              <a:gd name="p0x14" fmla="*/ 0 w 660"/>
              <a:gd name="p0y14" fmla="*/ 26 h 660"/>
              <a:gd name="p0x15" fmla="*/ 26 w 660"/>
              <a:gd name="p0y15" fmla="*/ 0 h 660"/>
              <a:gd name="p0x16" fmla="*/ 6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 l="-2083" t="-12593" r="-2083" b="-12593"/>
          <a:stretch>
            <a:fillRect/>
          </a:stretch>
        </p:blipFill>
        <p:spPr>
          <a:xfrm>
            <a:off x="6462395" y="1404620"/>
            <a:ext cx="238125" cy="21463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45"/>
            </p:custDataLst>
          </p:nvPr>
        </p:nvSpPr>
        <p:spPr>
          <a:xfrm>
            <a:off x="6905625" y="1331595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DF5F3"/>
                </a:solidFill>
                <a:latin typeface="微软雅黑" panose="020B0503020204020204" charset="-122"/>
                <a:ea typeface="微软雅黑" panose="020B0503020204020204" charset="-122"/>
              </a:rPr>
              <a:t>课程心得</a:t>
            </a:r>
            <a:endParaRPr sz="2100" b="1" spc="42">
              <a:solidFill>
                <a:srgbClr val="FDF5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46"/>
            </p:custDataLst>
          </p:nvPr>
        </p:nvSpPr>
        <p:spPr>
          <a:xfrm>
            <a:off x="6376670" y="1966595"/>
            <a:ext cx="5038725" cy="807085"/>
          </a:xfrm>
          <a:custGeom>
            <a:avLst/>
            <a:gdLst>
              <a:gd name="sw" fmla="*/ 1 w 7935"/>
              <a:gd name="sh" fmla="*/ 1 h 1271"/>
              <a:gd name="mins" fmla="min sw sh"/>
              <a:gd name="dsw" fmla="+- 0 sw mins"/>
              <a:gd name="dsh" fmla="+- 0 sh mins"/>
              <a:gd name="p0x0" fmla="*/ 60 w 7935"/>
              <a:gd name="p0y0" fmla="*/ 0 h 1271"/>
              <a:gd name="p0x1" fmla="*/ 7875 w 7935"/>
              <a:gd name="p0y1" fmla="*/ 0 h 1271"/>
              <a:gd name="p0x2" fmla="*/ 7908 w 7935"/>
              <a:gd name="p0y2" fmla="*/ 0 h 1271"/>
              <a:gd name="p0x3" fmla="*/ 7935 w 7935"/>
              <a:gd name="p0y3" fmla="*/ 26 h 1271"/>
              <a:gd name="p0x4" fmla="*/ 7935 w 7935"/>
              <a:gd name="p0y4" fmla="*/ 60 h 1271"/>
              <a:gd name="p0x5" fmla="*/ 7935 w 7935"/>
              <a:gd name="p0y5" fmla="*/ 1211 h 1271"/>
              <a:gd name="p0x6" fmla="*/ 7935 w 7935"/>
              <a:gd name="p0y6" fmla="*/ 1244 h 1271"/>
              <a:gd name="p0x7" fmla="*/ 7908 w 7935"/>
              <a:gd name="p0y7" fmla="*/ 1271 h 1271"/>
              <a:gd name="p0x8" fmla="*/ 7875 w 7935"/>
              <a:gd name="p0y8" fmla="*/ 1271 h 1271"/>
              <a:gd name="p0x9" fmla="*/ 60 w 7935"/>
              <a:gd name="p0y9" fmla="*/ 1271 h 1271"/>
              <a:gd name="p0x10" fmla="*/ 26 w 7935"/>
              <a:gd name="p0y10" fmla="*/ 1271 h 1271"/>
              <a:gd name="p0x11" fmla="*/ 0 w 7935"/>
              <a:gd name="p0y11" fmla="*/ 1244 h 1271"/>
              <a:gd name="p0x12" fmla="*/ 0 w 7935"/>
              <a:gd name="p0y12" fmla="*/ 1211 h 1271"/>
              <a:gd name="p0x13" fmla="*/ 0 w 7935"/>
              <a:gd name="p0y13" fmla="*/ 60 h 1271"/>
              <a:gd name="p0x14" fmla="*/ 0 w 7935"/>
              <a:gd name="p0y14" fmla="*/ 26 h 1271"/>
              <a:gd name="p0x15" fmla="*/ 26 w 7935"/>
              <a:gd name="p0y15" fmla="*/ 0 h 1271"/>
              <a:gd name="p0x16" fmla="*/ 60 w 7935"/>
              <a:gd name="p0y16" fmla="*/ 0 h 12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>
            <p:custDataLst>
              <p:tags r:id="rId47"/>
            </p:custDataLst>
          </p:nvPr>
        </p:nvSpPr>
        <p:spPr>
          <a:xfrm>
            <a:off x="6572250" y="2214245"/>
            <a:ext cx="876300" cy="312420"/>
          </a:xfrm>
          <a:custGeom>
            <a:avLst/>
            <a:gdLst>
              <a:gd name="sw" fmla="*/ 1 w 1380"/>
              <a:gd name="sh" fmla="*/ 1 h 491"/>
              <a:gd name="mins" fmla="min sw sh"/>
              <a:gd name="dsw" fmla="+- 0 sw mins"/>
              <a:gd name="dsh" fmla="+- 0 sh mins"/>
              <a:gd name="p0x0" fmla="*/ 245 w 1380"/>
              <a:gd name="p0y0" fmla="*/ 0 h 491"/>
              <a:gd name="p0x1" fmla="*/ 1134 w 1380"/>
              <a:gd name="p0y1" fmla="*/ 0 h 491"/>
              <a:gd name="p0x2" fmla="*/ 1269 w 1380"/>
              <a:gd name="p0y2" fmla="*/ 0 h 491"/>
              <a:gd name="p0x3" fmla="*/ 1380 w 1380"/>
              <a:gd name="p0y3" fmla="*/ 110 h 491"/>
              <a:gd name="p0x4" fmla="*/ 1380 w 1380"/>
              <a:gd name="p0y4" fmla="*/ 245 h 491"/>
              <a:gd name="p0x5" fmla="*/ 1380 w 1380"/>
              <a:gd name="p0y5" fmla="*/ 381 h 491"/>
              <a:gd name="p0x6" fmla="*/ 1269 w 1380"/>
              <a:gd name="p0y6" fmla="*/ 491 h 491"/>
              <a:gd name="p0x7" fmla="*/ 1134 w 1380"/>
              <a:gd name="p0y7" fmla="*/ 491 h 491"/>
              <a:gd name="p0x8" fmla="*/ 245 w 1380"/>
              <a:gd name="p0y8" fmla="*/ 491 h 491"/>
              <a:gd name="p0x9" fmla="*/ 110 w 1380"/>
              <a:gd name="p0y9" fmla="*/ 491 h 491"/>
              <a:gd name="p0x10" fmla="*/ 0 w 1380"/>
              <a:gd name="p0y10" fmla="*/ 381 h 491"/>
              <a:gd name="p0x11" fmla="*/ 0 w 1380"/>
              <a:gd name="p0y11" fmla="*/ 245 h 491"/>
              <a:gd name="p0x12" fmla="*/ 0 w 1380"/>
              <a:gd name="p0y12" fmla="*/ 110 h 491"/>
              <a:gd name="p0x13" fmla="*/ 110 w 1380"/>
              <a:gd name="p0y13" fmla="*/ 0 h 491"/>
              <a:gd name="p0x14" fmla="*/ 245 w 1380"/>
              <a:gd name="p0y14" fmla="*/ 0 h 49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48"/>
            </p:custDataLst>
          </p:nvPr>
        </p:nvSpPr>
        <p:spPr>
          <a:xfrm>
            <a:off x="6705600" y="2259111"/>
            <a:ext cx="762076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00" b="1">
                <a:solidFill>
                  <a:srgbClr val="F2D9A0"/>
                </a:solidFill>
                <a:latin typeface="微软雅黑" panose="020B0503020204020204" charset="-122"/>
                <a:ea typeface="微软雅黑" panose="020B0503020204020204" charset="-122"/>
              </a:rPr>
              <a:t>主题优先</a:t>
            </a:r>
            <a:endParaRPr sz="1200" b="1">
              <a:solidFill>
                <a:srgbClr val="F2D9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49"/>
            </p:custDataLst>
          </p:nvPr>
        </p:nvSpPr>
        <p:spPr>
          <a:xfrm>
            <a:off x="7601026" y="2203847"/>
            <a:ext cx="1905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先立主题，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再写系统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50"/>
            </p:custDataLst>
          </p:nvPr>
        </p:nvSpPr>
        <p:spPr>
          <a:xfrm>
            <a:off x="6376670" y="2897505"/>
            <a:ext cx="5038725" cy="807720"/>
          </a:xfrm>
          <a:custGeom>
            <a:avLst/>
            <a:gdLst>
              <a:gd name="sw" fmla="*/ 1 w 7935"/>
              <a:gd name="sh" fmla="*/ 1 h 1271"/>
              <a:gd name="mins" fmla="min sw sh"/>
              <a:gd name="dsw" fmla="+- 0 sw mins"/>
              <a:gd name="dsh" fmla="+- 0 sh mins"/>
              <a:gd name="p0x0" fmla="*/ 60 w 7935"/>
              <a:gd name="p0y0" fmla="*/ 0 h 1271"/>
              <a:gd name="p0x1" fmla="*/ 7875 w 7935"/>
              <a:gd name="p0y1" fmla="*/ 0 h 1271"/>
              <a:gd name="p0x2" fmla="*/ 7908 w 7935"/>
              <a:gd name="p0y2" fmla="*/ 0 h 1271"/>
              <a:gd name="p0x3" fmla="*/ 7935 w 7935"/>
              <a:gd name="p0y3" fmla="*/ 26 h 1271"/>
              <a:gd name="p0x4" fmla="*/ 7935 w 7935"/>
              <a:gd name="p0y4" fmla="*/ 60 h 1271"/>
              <a:gd name="p0x5" fmla="*/ 7935 w 7935"/>
              <a:gd name="p0y5" fmla="*/ 1211 h 1271"/>
              <a:gd name="p0x6" fmla="*/ 7935 w 7935"/>
              <a:gd name="p0y6" fmla="*/ 1244 h 1271"/>
              <a:gd name="p0x7" fmla="*/ 7908 w 7935"/>
              <a:gd name="p0y7" fmla="*/ 1271 h 1271"/>
              <a:gd name="p0x8" fmla="*/ 7875 w 7935"/>
              <a:gd name="p0y8" fmla="*/ 1271 h 1271"/>
              <a:gd name="p0x9" fmla="*/ 60 w 7935"/>
              <a:gd name="p0y9" fmla="*/ 1271 h 1271"/>
              <a:gd name="p0x10" fmla="*/ 26 w 7935"/>
              <a:gd name="p0y10" fmla="*/ 1271 h 1271"/>
              <a:gd name="p0x11" fmla="*/ 0 w 7935"/>
              <a:gd name="p0y11" fmla="*/ 1244 h 1271"/>
              <a:gd name="p0x12" fmla="*/ 0 w 7935"/>
              <a:gd name="p0y12" fmla="*/ 1211 h 1271"/>
              <a:gd name="p0x13" fmla="*/ 0 w 7935"/>
              <a:gd name="p0y13" fmla="*/ 60 h 1271"/>
              <a:gd name="p0x14" fmla="*/ 0 w 7935"/>
              <a:gd name="p0y14" fmla="*/ 26 h 1271"/>
              <a:gd name="p0x15" fmla="*/ 26 w 7935"/>
              <a:gd name="p0y15" fmla="*/ 0 h 1271"/>
              <a:gd name="p0x16" fmla="*/ 60 w 7935"/>
              <a:gd name="p0y16" fmla="*/ 0 h 12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51"/>
            </p:custDataLst>
          </p:nvPr>
        </p:nvSpPr>
        <p:spPr>
          <a:xfrm>
            <a:off x="6572250" y="3145155"/>
            <a:ext cx="876300" cy="312420"/>
          </a:xfrm>
          <a:custGeom>
            <a:avLst/>
            <a:gdLst>
              <a:gd name="sw" fmla="*/ 1 w 1380"/>
              <a:gd name="sh" fmla="*/ 1 h 491"/>
              <a:gd name="mins" fmla="min sw sh"/>
              <a:gd name="dsw" fmla="+- 0 sw mins"/>
              <a:gd name="dsh" fmla="+- 0 sh mins"/>
              <a:gd name="p0x0" fmla="*/ 245 w 1380"/>
              <a:gd name="p0y0" fmla="*/ 0 h 491"/>
              <a:gd name="p0x1" fmla="*/ 1134 w 1380"/>
              <a:gd name="p0y1" fmla="*/ 0 h 491"/>
              <a:gd name="p0x2" fmla="*/ 1269 w 1380"/>
              <a:gd name="p0y2" fmla="*/ 0 h 491"/>
              <a:gd name="p0x3" fmla="*/ 1380 w 1380"/>
              <a:gd name="p0y3" fmla="*/ 110 h 491"/>
              <a:gd name="p0x4" fmla="*/ 1380 w 1380"/>
              <a:gd name="p0y4" fmla="*/ 245 h 491"/>
              <a:gd name="p0x5" fmla="*/ 1380 w 1380"/>
              <a:gd name="p0y5" fmla="*/ 381 h 491"/>
              <a:gd name="p0x6" fmla="*/ 1269 w 1380"/>
              <a:gd name="p0y6" fmla="*/ 491 h 491"/>
              <a:gd name="p0x7" fmla="*/ 1134 w 1380"/>
              <a:gd name="p0y7" fmla="*/ 491 h 491"/>
              <a:gd name="p0x8" fmla="*/ 245 w 1380"/>
              <a:gd name="p0y8" fmla="*/ 491 h 491"/>
              <a:gd name="p0x9" fmla="*/ 110 w 1380"/>
              <a:gd name="p0y9" fmla="*/ 491 h 491"/>
              <a:gd name="p0x10" fmla="*/ 0 w 1380"/>
              <a:gd name="p0y10" fmla="*/ 381 h 491"/>
              <a:gd name="p0x11" fmla="*/ 0 w 1380"/>
              <a:gd name="p0y11" fmla="*/ 245 h 491"/>
              <a:gd name="p0x12" fmla="*/ 0 w 1380"/>
              <a:gd name="p0y12" fmla="*/ 110 h 491"/>
              <a:gd name="p0x13" fmla="*/ 110 w 1380"/>
              <a:gd name="p0y13" fmla="*/ 0 h 491"/>
              <a:gd name="p0x14" fmla="*/ 245 w 1380"/>
              <a:gd name="p0y14" fmla="*/ 0 h 49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52"/>
            </p:custDataLst>
          </p:nvPr>
        </p:nvSpPr>
        <p:spPr>
          <a:xfrm>
            <a:off x="6705600" y="3190180"/>
            <a:ext cx="762076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00" b="1">
                <a:solidFill>
                  <a:srgbClr val="F2D9A0"/>
                </a:solidFill>
                <a:latin typeface="微软雅黑" panose="020B0503020204020204" charset="-122"/>
                <a:ea typeface="微软雅黑" panose="020B0503020204020204" charset="-122"/>
              </a:rPr>
              <a:t>引擎限制</a:t>
            </a:r>
            <a:endParaRPr sz="1200" b="1">
              <a:solidFill>
                <a:srgbClr val="F2D9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53"/>
            </p:custDataLst>
          </p:nvPr>
        </p:nvSpPr>
        <p:spPr>
          <a:xfrm>
            <a:off x="7601026" y="3134916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要正视；不能播就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转码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54"/>
            </p:custDataLst>
          </p:nvPr>
        </p:nvSpPr>
        <p:spPr>
          <a:xfrm>
            <a:off x="6376670" y="3829050"/>
            <a:ext cx="5038725" cy="807085"/>
          </a:xfrm>
          <a:custGeom>
            <a:avLst/>
            <a:gdLst>
              <a:gd name="sw" fmla="*/ 1 w 7935"/>
              <a:gd name="sh" fmla="*/ 1 h 1271"/>
              <a:gd name="mins" fmla="min sw sh"/>
              <a:gd name="dsw" fmla="+- 0 sw mins"/>
              <a:gd name="dsh" fmla="+- 0 sh mins"/>
              <a:gd name="p0x0" fmla="*/ 60 w 7935"/>
              <a:gd name="p0y0" fmla="*/ 0 h 1271"/>
              <a:gd name="p0x1" fmla="*/ 7875 w 7935"/>
              <a:gd name="p0y1" fmla="*/ 0 h 1271"/>
              <a:gd name="p0x2" fmla="*/ 7908 w 7935"/>
              <a:gd name="p0y2" fmla="*/ 0 h 1271"/>
              <a:gd name="p0x3" fmla="*/ 7935 w 7935"/>
              <a:gd name="p0y3" fmla="*/ 26 h 1271"/>
              <a:gd name="p0x4" fmla="*/ 7935 w 7935"/>
              <a:gd name="p0y4" fmla="*/ 60 h 1271"/>
              <a:gd name="p0x5" fmla="*/ 7935 w 7935"/>
              <a:gd name="p0y5" fmla="*/ 1211 h 1271"/>
              <a:gd name="p0x6" fmla="*/ 7935 w 7935"/>
              <a:gd name="p0y6" fmla="*/ 1244 h 1271"/>
              <a:gd name="p0x7" fmla="*/ 7908 w 7935"/>
              <a:gd name="p0y7" fmla="*/ 1271 h 1271"/>
              <a:gd name="p0x8" fmla="*/ 7875 w 7935"/>
              <a:gd name="p0y8" fmla="*/ 1271 h 1271"/>
              <a:gd name="p0x9" fmla="*/ 60 w 7935"/>
              <a:gd name="p0y9" fmla="*/ 1271 h 1271"/>
              <a:gd name="p0x10" fmla="*/ 26 w 7935"/>
              <a:gd name="p0y10" fmla="*/ 1271 h 1271"/>
              <a:gd name="p0x11" fmla="*/ 0 w 7935"/>
              <a:gd name="p0y11" fmla="*/ 1244 h 1271"/>
              <a:gd name="p0x12" fmla="*/ 0 w 7935"/>
              <a:gd name="p0y12" fmla="*/ 1211 h 1271"/>
              <a:gd name="p0x13" fmla="*/ 0 w 7935"/>
              <a:gd name="p0y13" fmla="*/ 60 h 1271"/>
              <a:gd name="p0x14" fmla="*/ 0 w 7935"/>
              <a:gd name="p0y14" fmla="*/ 26 h 1271"/>
              <a:gd name="p0x15" fmla="*/ 26 w 7935"/>
              <a:gd name="p0y15" fmla="*/ 0 h 1271"/>
              <a:gd name="p0x16" fmla="*/ 60 w 7935"/>
              <a:gd name="p0y16" fmla="*/ 0 h 12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>
            <p:custDataLst>
              <p:tags r:id="rId55"/>
            </p:custDataLst>
          </p:nvPr>
        </p:nvSpPr>
        <p:spPr>
          <a:xfrm>
            <a:off x="6572250" y="4076065"/>
            <a:ext cx="876300" cy="312420"/>
          </a:xfrm>
          <a:custGeom>
            <a:avLst/>
            <a:gdLst>
              <a:gd name="sw" fmla="*/ 1 w 1380"/>
              <a:gd name="sh" fmla="*/ 1 h 491"/>
              <a:gd name="mins" fmla="min sw sh"/>
              <a:gd name="dsw" fmla="+- 0 sw mins"/>
              <a:gd name="dsh" fmla="+- 0 sh mins"/>
              <a:gd name="p0x0" fmla="*/ 245 w 1380"/>
              <a:gd name="p0y0" fmla="*/ 0 h 491"/>
              <a:gd name="p0x1" fmla="*/ 1134 w 1380"/>
              <a:gd name="p0y1" fmla="*/ 0 h 491"/>
              <a:gd name="p0x2" fmla="*/ 1269 w 1380"/>
              <a:gd name="p0y2" fmla="*/ 0 h 491"/>
              <a:gd name="p0x3" fmla="*/ 1380 w 1380"/>
              <a:gd name="p0y3" fmla="*/ 110 h 491"/>
              <a:gd name="p0x4" fmla="*/ 1380 w 1380"/>
              <a:gd name="p0y4" fmla="*/ 245 h 491"/>
              <a:gd name="p0x5" fmla="*/ 1380 w 1380"/>
              <a:gd name="p0y5" fmla="*/ 381 h 491"/>
              <a:gd name="p0x6" fmla="*/ 1269 w 1380"/>
              <a:gd name="p0y6" fmla="*/ 491 h 491"/>
              <a:gd name="p0x7" fmla="*/ 1134 w 1380"/>
              <a:gd name="p0y7" fmla="*/ 491 h 491"/>
              <a:gd name="p0x8" fmla="*/ 245 w 1380"/>
              <a:gd name="p0y8" fmla="*/ 491 h 491"/>
              <a:gd name="p0x9" fmla="*/ 110 w 1380"/>
              <a:gd name="p0y9" fmla="*/ 491 h 491"/>
              <a:gd name="p0x10" fmla="*/ 0 w 1380"/>
              <a:gd name="p0y10" fmla="*/ 381 h 491"/>
              <a:gd name="p0x11" fmla="*/ 0 w 1380"/>
              <a:gd name="p0y11" fmla="*/ 245 h 491"/>
              <a:gd name="p0x12" fmla="*/ 0 w 1380"/>
              <a:gd name="p0y12" fmla="*/ 110 h 491"/>
              <a:gd name="p0x13" fmla="*/ 110 w 1380"/>
              <a:gd name="p0y13" fmla="*/ 0 h 491"/>
              <a:gd name="p0x14" fmla="*/ 245 w 1380"/>
              <a:gd name="p0y14" fmla="*/ 0 h 49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56"/>
            </p:custDataLst>
          </p:nvPr>
        </p:nvSpPr>
        <p:spPr>
          <a:xfrm>
            <a:off x="6705600" y="4121248"/>
            <a:ext cx="762076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00" b="1">
                <a:solidFill>
                  <a:srgbClr val="F2D9A0"/>
                </a:solidFill>
                <a:latin typeface="微软雅黑" panose="020B0503020204020204" charset="-122"/>
                <a:ea typeface="微软雅黑" panose="020B0503020204020204" charset="-122"/>
              </a:rPr>
              <a:t>全局单例</a:t>
            </a:r>
            <a:endParaRPr sz="1200" b="1">
              <a:solidFill>
                <a:srgbClr val="F2D9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57"/>
            </p:custDataLst>
          </p:nvPr>
        </p:nvSpPr>
        <p:spPr>
          <a:xfrm>
            <a:off x="7601026" y="4065984"/>
            <a:ext cx="1714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必须</a:t>
            </a: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区分场景类型</a:t>
            </a:r>
            <a:endParaRPr sz="1500" b="1">
              <a:solidFill>
                <a:schemeClr val="tx2">
                  <a:lumMod val="3063"/>
                  <a:lumOff val="9693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58"/>
            </p:custDataLst>
          </p:nvPr>
        </p:nvSpPr>
        <p:spPr>
          <a:xfrm>
            <a:off x="6376670" y="4759960"/>
            <a:ext cx="5038725" cy="807085"/>
          </a:xfrm>
          <a:custGeom>
            <a:avLst/>
            <a:gdLst>
              <a:gd name="sw" fmla="*/ 1 w 7935"/>
              <a:gd name="sh" fmla="*/ 1 h 1271"/>
              <a:gd name="mins" fmla="min sw sh"/>
              <a:gd name="dsw" fmla="+- 0 sw mins"/>
              <a:gd name="dsh" fmla="+- 0 sh mins"/>
              <a:gd name="p0x0" fmla="*/ 60 w 7935"/>
              <a:gd name="p0y0" fmla="*/ 0 h 1271"/>
              <a:gd name="p0x1" fmla="*/ 7875 w 7935"/>
              <a:gd name="p0y1" fmla="*/ 0 h 1271"/>
              <a:gd name="p0x2" fmla="*/ 7908 w 7935"/>
              <a:gd name="p0y2" fmla="*/ 0 h 1271"/>
              <a:gd name="p0x3" fmla="*/ 7935 w 7935"/>
              <a:gd name="p0y3" fmla="*/ 26 h 1271"/>
              <a:gd name="p0x4" fmla="*/ 7935 w 7935"/>
              <a:gd name="p0y4" fmla="*/ 60 h 1271"/>
              <a:gd name="p0x5" fmla="*/ 7935 w 7935"/>
              <a:gd name="p0y5" fmla="*/ 1211 h 1271"/>
              <a:gd name="p0x6" fmla="*/ 7935 w 7935"/>
              <a:gd name="p0y6" fmla="*/ 1244 h 1271"/>
              <a:gd name="p0x7" fmla="*/ 7908 w 7935"/>
              <a:gd name="p0y7" fmla="*/ 1271 h 1271"/>
              <a:gd name="p0x8" fmla="*/ 7875 w 7935"/>
              <a:gd name="p0y8" fmla="*/ 1271 h 1271"/>
              <a:gd name="p0x9" fmla="*/ 60 w 7935"/>
              <a:gd name="p0y9" fmla="*/ 1271 h 1271"/>
              <a:gd name="p0x10" fmla="*/ 26 w 7935"/>
              <a:gd name="p0y10" fmla="*/ 1271 h 1271"/>
              <a:gd name="p0x11" fmla="*/ 0 w 7935"/>
              <a:gd name="p0y11" fmla="*/ 1244 h 1271"/>
              <a:gd name="p0x12" fmla="*/ 0 w 7935"/>
              <a:gd name="p0y12" fmla="*/ 1211 h 1271"/>
              <a:gd name="p0x13" fmla="*/ 0 w 7935"/>
              <a:gd name="p0y13" fmla="*/ 60 h 1271"/>
              <a:gd name="p0x14" fmla="*/ 0 w 7935"/>
              <a:gd name="p0y14" fmla="*/ 26 h 1271"/>
              <a:gd name="p0x15" fmla="*/ 26 w 7935"/>
              <a:gd name="p0y15" fmla="*/ 0 h 1271"/>
              <a:gd name="p0x16" fmla="*/ 60 w 7935"/>
              <a:gd name="p0y16" fmla="*/ 0 h 12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59"/>
            </p:custDataLst>
          </p:nvPr>
        </p:nvSpPr>
        <p:spPr>
          <a:xfrm>
            <a:off x="6572250" y="5006975"/>
            <a:ext cx="876300" cy="312420"/>
          </a:xfrm>
          <a:custGeom>
            <a:avLst/>
            <a:gdLst>
              <a:gd name="sw" fmla="*/ 1 w 1380"/>
              <a:gd name="sh" fmla="*/ 1 h 491"/>
              <a:gd name="mins" fmla="min sw sh"/>
              <a:gd name="dsw" fmla="+- 0 sw mins"/>
              <a:gd name="dsh" fmla="+- 0 sh mins"/>
              <a:gd name="p0x0" fmla="*/ 245 w 1380"/>
              <a:gd name="p0y0" fmla="*/ 0 h 491"/>
              <a:gd name="p0x1" fmla="*/ 1134 w 1380"/>
              <a:gd name="p0y1" fmla="*/ 0 h 491"/>
              <a:gd name="p0x2" fmla="*/ 1269 w 1380"/>
              <a:gd name="p0y2" fmla="*/ 0 h 491"/>
              <a:gd name="p0x3" fmla="*/ 1380 w 1380"/>
              <a:gd name="p0y3" fmla="*/ 110 h 491"/>
              <a:gd name="p0x4" fmla="*/ 1380 w 1380"/>
              <a:gd name="p0y4" fmla="*/ 245 h 491"/>
              <a:gd name="p0x5" fmla="*/ 1380 w 1380"/>
              <a:gd name="p0y5" fmla="*/ 381 h 491"/>
              <a:gd name="p0x6" fmla="*/ 1269 w 1380"/>
              <a:gd name="p0y6" fmla="*/ 491 h 491"/>
              <a:gd name="p0x7" fmla="*/ 1134 w 1380"/>
              <a:gd name="p0y7" fmla="*/ 491 h 491"/>
              <a:gd name="p0x8" fmla="*/ 245 w 1380"/>
              <a:gd name="p0y8" fmla="*/ 491 h 491"/>
              <a:gd name="p0x9" fmla="*/ 110 w 1380"/>
              <a:gd name="p0y9" fmla="*/ 491 h 491"/>
              <a:gd name="p0x10" fmla="*/ 0 w 1380"/>
              <a:gd name="p0y10" fmla="*/ 381 h 491"/>
              <a:gd name="p0x11" fmla="*/ 0 w 1380"/>
              <a:gd name="p0y11" fmla="*/ 245 h 491"/>
              <a:gd name="p0x12" fmla="*/ 0 w 1380"/>
              <a:gd name="p0y12" fmla="*/ 110 h 491"/>
              <a:gd name="p0x13" fmla="*/ 110 w 1380"/>
              <a:gd name="p0y13" fmla="*/ 0 h 491"/>
              <a:gd name="p0x14" fmla="*/ 245 w 1380"/>
              <a:gd name="p0y14" fmla="*/ 0 h 49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60"/>
            </p:custDataLst>
          </p:nvPr>
        </p:nvSpPr>
        <p:spPr>
          <a:xfrm>
            <a:off x="6705600" y="5052317"/>
            <a:ext cx="762076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8000"/>
              </a:lnSpc>
            </a:pPr>
            <a:r>
              <a:rPr sz="1200" b="1">
                <a:solidFill>
                  <a:srgbClr val="F2D9A0"/>
                </a:solidFill>
                <a:latin typeface="微软雅黑" panose="020B0503020204020204" charset="-122"/>
                <a:ea typeface="微软雅黑" panose="020B0503020204020204" charset="-122"/>
              </a:rPr>
              <a:t>手感验收</a:t>
            </a:r>
            <a:endParaRPr sz="1200" b="1">
              <a:solidFill>
                <a:srgbClr val="F2D9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61"/>
            </p:custDataLst>
          </p:nvPr>
        </p:nvSpPr>
        <p:spPr>
          <a:xfrm>
            <a:off x="7601026" y="4997053"/>
            <a:ext cx="3048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tx2">
                    <a:lumMod val="3063"/>
                    <a:lumOff val="9693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必须由自己验收</a:t>
            </a:r>
            <a:r>
              <a:rPr sz="1500">
                <a:solidFill>
                  <a:schemeClr val="tx2">
                    <a:lumMod val="3063"/>
                    <a:lumOff val="96937"/>
                    <a:alpha val="72157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，工具只加速实现</a:t>
            </a:r>
            <a:endParaRPr sz="1500">
              <a:solidFill>
                <a:schemeClr val="tx2">
                  <a:lumMod val="3063"/>
                  <a:lumOff val="96937"/>
                  <a:alpha val="72157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E6D2"/>
                </a:solidFill>
                <a:latin typeface="微软雅黑" panose="020B0503020204020204" charset="-122"/>
                <a:ea typeface="微软雅黑" panose="020B0503020204020204" charset="-122"/>
              </a:rPr>
              <a:t>试玩与演示路径</a:t>
            </a:r>
            <a:endParaRPr sz="2600" b="1">
              <a:solidFill>
                <a:srgbClr val="F0E6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097280" cy="50292"/>
          </a:xfrm>
          <a:prstGeom prst="rect">
            <a:avLst/>
          </a:prstGeom>
          <a:solidFill>
            <a:srgbClr val="C9A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3B5"/>
                </a:solidFill>
                <a:latin typeface="微软雅黑" panose="020B0503020204020204" charset="-122"/>
                <a:ea typeface="微软雅黑" panose="020B0503020204020204" charset="-122"/>
              </a:rPr>
              <a:t>答辩时按这条路径走，三分钟内能把主题、机制、结局都点到</a:t>
            </a:r>
            <a:endParaRPr sz="1300" b="0">
              <a:solidFill>
                <a:srgbClr val="9AA3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A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86A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endParaRPr sz="1600" b="1">
              <a:solidFill>
                <a:srgbClr val="C9A8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E6D2"/>
                </a:solidFill>
                <a:latin typeface="微软雅黑" panose="020B0503020204020204" charset="-122"/>
                <a:ea typeface="微软雅黑" panose="020B0503020204020204" charset="-122"/>
              </a:rPr>
              <a:t>开场视频约 5 秒后滚旁白。任意键可跳过，进入主菜单。</a:t>
            </a:r>
            <a:endParaRPr sz="1300" b="0">
              <a:solidFill>
                <a:srgbClr val="F0E6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A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52704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86A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endParaRPr sz="1600" b="1">
              <a:solidFill>
                <a:srgbClr val="C9A8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98848" y="201168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E6D2"/>
                </a:solidFill>
                <a:latin typeface="微软雅黑" panose="020B0503020204020204" charset="-122"/>
                <a:ea typeface="微软雅黑" panose="020B0503020204020204" charset="-122"/>
              </a:rPr>
              <a:t>A / D 移动，空格跳跃（可二连跳、飞扑）。J 挥灯，L 光球，K 影子，Esc 暂停。</a:t>
            </a:r>
            <a:endParaRPr sz="1300" b="0">
              <a:solidFill>
                <a:srgbClr val="F0E6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A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52704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86A"/>
                </a:solidFill>
                <a:latin typeface="微软雅黑" panose="020B0503020204020204" charset="-122"/>
                <a:ea typeface="微软雅黑" panose="020B0503020204020204" charset="-122"/>
              </a:rPr>
              <a:t>建议演示 1</a:t>
            </a:r>
            <a:endParaRPr sz="1600" b="1">
              <a:solidFill>
                <a:srgbClr val="C9A8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39328" y="201168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E6D2"/>
                </a:solidFill>
                <a:latin typeface="微软雅黑" panose="020B0503020204020204" charset="-122"/>
                <a:ea typeface="微软雅黑" panose="020B0503020204020204" charset="-122"/>
              </a:rPr>
              <a:t>选关进 L1：看序章、教程、影子第一次指路。</a:t>
            </a:r>
            <a:endParaRPr sz="1300" b="0">
              <a:solidFill>
                <a:srgbClr val="F0E6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A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8587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86A"/>
                </a:solidFill>
                <a:latin typeface="微软雅黑" panose="020B0503020204020204" charset="-122"/>
                <a:ea typeface="微软雅黑" panose="020B0503020204020204" charset="-122"/>
              </a:rPr>
              <a:t>建议演示 2</a:t>
            </a:r>
            <a:endParaRPr sz="1600" b="1">
              <a:solidFill>
                <a:srgbClr val="C9A8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" y="434340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E6D2"/>
                </a:solidFill>
                <a:latin typeface="微软雅黑" panose="020B0503020204020204" charset="-122"/>
                <a:ea typeface="微软雅黑" panose="020B0503020204020204" charset="-122"/>
              </a:rPr>
              <a:t>选关进 L3：狐妖蓄力光球、地面蓝晕、左右颠倒但跳得更高。</a:t>
            </a:r>
            <a:endParaRPr sz="1300" b="0">
              <a:solidFill>
                <a:srgbClr val="F0E6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297680" y="365760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A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38587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86A"/>
                </a:solidFill>
                <a:latin typeface="微软雅黑" panose="020B0503020204020204" charset="-122"/>
                <a:ea typeface="微软雅黑" panose="020B0503020204020204" charset="-122"/>
              </a:rPr>
              <a:t>建议演示 3</a:t>
            </a:r>
            <a:endParaRPr sz="1600" b="1">
              <a:solidFill>
                <a:srgbClr val="C9A8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98848" y="434340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E6D2"/>
                </a:solidFill>
                <a:latin typeface="微软雅黑" panose="020B0503020204020204" charset="-122"/>
                <a:ea typeface="微软雅黑" panose="020B0503020204020204" charset="-122"/>
              </a:rPr>
              <a:t>选关进 L5：出生在 LightDoor 旁，进门看和解与结局。</a:t>
            </a:r>
            <a:endParaRPr sz="1300" b="0">
              <a:solidFill>
                <a:srgbClr val="F0E6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138160" y="365760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 w="12700">
            <a:solidFill>
              <a:srgbClr val="2A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38587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A86A"/>
                </a:solidFill>
                <a:latin typeface="微软雅黑" panose="020B0503020204020204" charset="-122"/>
                <a:ea typeface="微软雅黑" panose="020B0503020204020204" charset="-122"/>
              </a:rPr>
              <a:t>隐藏结局</a:t>
            </a:r>
            <a:endParaRPr sz="1600" b="1">
              <a:solidFill>
                <a:srgbClr val="C9A86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39328" y="434340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E6D2"/>
                </a:solidFill>
                <a:latin typeface="微软雅黑" panose="020B0503020204020204" charset="-122"/>
                <a:ea typeface="微软雅黑" panose="020B0503020204020204" charset="-122"/>
              </a:rPr>
              <a:t>五关对白全程不跳过。DialogueManager 记账，通关后触发隐藏结尾。</a:t>
            </a:r>
            <a:endParaRPr sz="1300" b="0">
              <a:solidFill>
                <a:srgbClr val="F0E6D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8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4600"/>
              <a:t>我与我周旋久，宁作我</a:t>
            </a:r>
            <a:endParaRPr lang="zh-CN" altLang="en-US" sz="46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0815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15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15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1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15"/>
</p:tagLst>
</file>

<file path=ppt/tags/tag7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8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1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12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13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14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15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16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1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20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2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2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2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2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2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2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28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2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3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3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3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3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3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35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36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3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38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3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755587f9cf4cb060636c3ba9494ac4f84a88201"/>
  <p:tag name="KSO_WM_NEWLAYOUT_ID" val="1049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4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4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4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b409a0011b9e42a294e3c2e6789d63aa8e178e8"/>
  <p:tag name="KSO_WM_NEWLAYOUT_ID" val="1055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4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4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45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4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28b021a3b44b837cc481b4545e501ab395bb8525"/>
  <p:tag name="KSO_WM_NEWLAYOUT_ID" val="1061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49c1d8890822a23770698b2b00de50d9383f75e4"/>
  <p:tag name="KSO_WM_NEWLAYOUT_ID" val="1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5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5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5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5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6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6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6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64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65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15"/>
</p:tagLst>
</file>

<file path=ppt/tags/tag6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0815"/>
  <p:tag name="KSO_WM_TEMPLATE_CATEGORY" val="custom"/>
  <p:tag name="KSO_WM_TEMPLATE_MASTER_TYPE" val="0"/>
  <p:tag name="KSO_WM_TAG_VERSION" val="3.0"/>
</p:tagLst>
</file>

<file path=ppt/tags/tag67.xml><?xml version="1.0" encoding="utf-8"?>
<p:tagLst xmlns:p="http://schemas.openxmlformats.org/presentationml/2006/main">
  <p:tag name="KSO_WM_AITEMPLATE_STYLE_ID" val="69796635185"/>
</p:tagLst>
</file>

<file path=ppt/tags/tag68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6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755587f9cf4cb060636c3ba9494ac4f84a88201"/>
  <p:tag name="KSO_WM_NEWLAYOUT_ID" val="1049"/>
  <p:tag name="KSO_WM_UNIT_PRESET_TEXT" val="单击此处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7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71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0815"/>
  <p:tag name="KSO_WM_TEMPLATE_CATEGORY" val="custom"/>
  <p:tag name="KSO_WM_SLIDE_INDEX" val="1"/>
  <p:tag name="KSO_WM_SLIDE_ID" val="custom40480815_1"/>
  <p:tag name="KSO_WM_TEMPLATE_MASTER_TYPE" val="0"/>
  <p:tag name="KSO_WM_SLIDE_LAYOUT" val="a_f"/>
  <p:tag name="KSO_WM_SLIDE_LAYOUT_CNT" val="1_2"/>
  <p:tag name="KSO_WM_TAG_VERSION" val="3.0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15"/>
</p:tagLst>
</file>

<file path=ppt/tags/tag7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b409a0011b9e42a294e3c2e6789d63aa8e178e8"/>
  <p:tag name="KSO_WM_NEWLAYOUT_ID" val="1055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10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103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815"/>
  <p:tag name="KSO_WM_TEMPLATE_CATEGORY" val="custom"/>
  <p:tag name="KSO_WM_SLIDE_INDEX" val="3"/>
  <p:tag name="KSO_WM_SLIDE_ID" val="custom40480815_7"/>
  <p:tag name="KSO_WM_TEMPLATE_MASTER_TYPE" val="0"/>
  <p:tag name="KSO_WM_SLIDE_LAYOUT" val="a_e"/>
  <p:tag name="KSO_WM_SLIDE_LAYOUT_CNT" val="1_1"/>
  <p:tag name="KSO_WM_TAG_VERSION" val="3.0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15"/>
</p:tagLst>
</file>

<file path=ppt/tags/tag10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15"/>
</p:tagLst>
</file>

<file path=ppt/tags/tag13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15"/>
</p:tagLst>
</file>

<file path=ppt/tags/tag19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15"/>
</p:tagLst>
</file>

<file path=ppt/tags/tag23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b409a0011b9e42a294e3c2e6789d63aa8e178e8"/>
  <p:tag name="KSO_WM_NEWLAYOUT_ID" val="1055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24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246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815"/>
  <p:tag name="KSO_WM_TEMPLATE_CATEGORY" val="custom"/>
  <p:tag name="KSO_WM_SLIDE_INDEX" val="3"/>
  <p:tag name="KSO_WM_SLIDE_ID" val="custom40480815_7"/>
  <p:tag name="KSO_WM_TEMPLATE_MASTER_TYPE" val="0"/>
  <p:tag name="KSO_WM_SLIDE_LAYOUT" val="a_e"/>
  <p:tag name="KSO_WM_SLIDE_LAYOUT_CNT" val="1_1"/>
  <p:tag name="KSO_WM_TAG_VERSION" val="3.0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15"/>
</p:tagLst>
</file>

<file path=ppt/tags/tag24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15"/>
</p:tagLst>
</file>

<file path=ppt/tags/tag27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b409a0011b9e42a294e3c2e6789d63aa8e178e8"/>
  <p:tag name="KSO_WM_NEWLAYOUT_ID" val="1055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34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344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815"/>
  <p:tag name="KSO_WM_TEMPLATE_CATEGORY" val="custom"/>
  <p:tag name="KSO_WM_SLIDE_INDEX" val="3"/>
  <p:tag name="KSO_WM_SLIDE_ID" val="custom40480815_7"/>
  <p:tag name="KSO_WM_TEMPLATE_MASTER_TYPE" val="0"/>
  <p:tag name="KSO_WM_SLIDE_LAYOUT" val="a_e"/>
  <p:tag name="KSO_WM_SLIDE_LAYOUT_CNT" val="1_1"/>
  <p:tag name="KSO_WM_TAG_VERSION" val="3.0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15"/>
</p:tagLst>
</file>

<file path=ppt/tags/tag34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15"/>
</p:tagLst>
</file>

<file path=ppt/tags/tag37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89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i"/>
  <p:tag name="KSO_WM_UNIT_INDEX" val="91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i"/>
  <p:tag name="KSO_WM_UNIT_INDEX" val="95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i"/>
  <p:tag name="KSO_WM_UNIT_INDEX" val="97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i"/>
  <p:tag name="KSO_WM_UNIT_INDEX" val="98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i"/>
  <p:tag name="KSO_WM_UNIT_INDEX" val="102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i"/>
  <p:tag name="KSO_WM_UNIT_INDEX" val="104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15"/>
</p:tagLst>
</file>

<file path=ppt/tags/tag47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i"/>
  <p:tag name="KSO_WM_UNIT_INDEX" val="81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i"/>
  <p:tag name="KSO_WM_UNIT_INDEX" val="89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b409a0011b9e42a294e3c2e6789d63aa8e178e8"/>
  <p:tag name="KSO_WM_NEWLAYOUT_ID" val="1055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56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565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815"/>
  <p:tag name="KSO_WM_TEMPLATE_CATEGORY" val="custom"/>
  <p:tag name="KSO_WM_SLIDE_INDEX" val="3"/>
  <p:tag name="KSO_WM_SLIDE_ID" val="custom40480815_7"/>
  <p:tag name="KSO_WM_TEMPLATE_MASTER_TYPE" val="0"/>
  <p:tag name="KSO_WM_SLIDE_LAYOUT" val="a_e"/>
  <p:tag name="KSO_WM_SLIDE_LAYOUT_CNT" val="1_1"/>
  <p:tag name="KSO_WM_TAG_VERSION" val="3.0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15"/>
</p:tagLst>
</file>

<file path=ppt/tags/tag56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15"/>
</p:tagLst>
</file>

<file path=ppt/tags/tag59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8b409a0011b9e42a294e3c2e6789d63aa8e178e8"/>
  <p:tag name="KSO_WM_NEWLAYOUT_ID" val="1055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62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627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815"/>
  <p:tag name="KSO_WM_TEMPLATE_CATEGORY" val="custom"/>
  <p:tag name="KSO_WM_SLIDE_INDEX" val="3"/>
  <p:tag name="KSO_WM_SLIDE_ID" val="custom40480815_7"/>
  <p:tag name="KSO_WM_TEMPLATE_MASTER_TYPE" val="0"/>
  <p:tag name="KSO_WM_SLIDE_LAYOUT" val="a_e"/>
  <p:tag name="KSO_WM_SLIDE_LAYOUT_CNT" val="1_1"/>
  <p:tag name="KSO_WM_TAG_VERSION" val="3.0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15"/>
</p:tagLst>
</file>

<file path=ppt/tags/tag62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4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4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5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5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5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5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5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6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6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62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6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7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7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672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67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7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67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7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79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680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68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8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8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68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28b021a3b44b837cc481b4545e501ab395bb8525"/>
  <p:tag name="KSO_WM_NEWLAYOUT_ID" val="1061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15"/>
  <p:tag name="KSO_WM_TEMPLATE_CATEGORY" val="custom"/>
</p:tagLst>
</file>

<file path=ppt/tags/tag685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80815"/>
  <p:tag name="KSO_WM_TEMPLATE_CATEGORY" val="custom"/>
  <p:tag name="KSO_WM_SLIDE_INDEX" val="5"/>
  <p:tag name="KSO_WM_SLIDE_ID" val="custom40480815_9"/>
  <p:tag name="KSO_WM_TEMPLATE_MASTER_TYPE" val="0"/>
  <p:tag name="KSO_WM_SLIDE_LAYOUT" val="a_b"/>
  <p:tag name="KSO_WM_SLIDE_LAYOUT_CNT" val="1_1"/>
  <p:tag name="KSO_WM_TAG_VERSION" val="3.0"/>
</p:tagLst>
</file>

<file path=ppt/tags/tag686.xml><?xml version="1.0" encoding="utf-8"?>
<p:tagLst xmlns:p="http://schemas.openxmlformats.org/presentationml/2006/main">
  <p:tag name="COMMONDATA" val="eyJoZGlkIjoiOTNkYmY5NzBkMWYwNTQ2ZTc4MjFlY2JmMjkxNTkzZTUifQ=="/>
  <p:tag name="KSO_WPP_MARK_KEY" val="501070f1-03f6-4c6e-a893-e78e5d79cbeb"/>
</p:tagLst>
</file>

<file path=ppt/theme/theme1.xml><?xml version="1.0" encoding="utf-8"?>
<a:theme xmlns:a="http://schemas.openxmlformats.org/drawingml/2006/main" name="Office 主题">
  <a:themeElements>
    <a:clrScheme name="自定义 712">
      <a:dk1>
        <a:srgbClr val="000000"/>
      </a:dk1>
      <a:lt1>
        <a:srgbClr val="FFFFFF"/>
      </a:lt1>
      <a:dk2>
        <a:srgbClr val="2E1107"/>
      </a:dk2>
      <a:lt2>
        <a:srgbClr val="FDF5F2"/>
      </a:lt2>
      <a:accent1>
        <a:srgbClr val="E5865A"/>
      </a:accent1>
      <a:accent2>
        <a:srgbClr val="E9A441"/>
      </a:accent2>
      <a:accent3>
        <a:srgbClr val="DCBC08"/>
      </a:accent3>
      <a:accent4>
        <a:srgbClr val="4DC2D8"/>
      </a:accent4>
      <a:accent5>
        <a:srgbClr val="51C4FF"/>
      </a:accent5>
      <a:accent6>
        <a:srgbClr val="EF7127"/>
      </a:accent6>
      <a:hlink>
        <a:srgbClr val="0563C1"/>
      </a:hlink>
      <a:folHlink>
        <a:srgbClr val="954F72"/>
      </a:folHlink>
    </a:clrScheme>
    <a:fontScheme name="简约商务科技风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2861</Words>
  <Application>WPS 演示</Application>
  <PresentationFormat>宽屏</PresentationFormat>
  <Paragraphs>545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Arial Unicode MS</vt:lpstr>
      <vt:lpstr>Office 主题</vt:lpstr>
      <vt:lpstr>我与我周旋久</vt:lpstr>
      <vt:lpstr>PowerPoint 演示文稿</vt:lpstr>
      <vt:lpstr>光影同源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技术落地</vt:lpstr>
      <vt:lpstr>PowerPoint 演示文稿</vt:lpstr>
      <vt:lpstr>PowerPoint 演示文稿</vt:lpstr>
      <vt:lpstr>问题攻坚</vt:lpstr>
      <vt:lpstr>PowerPoint 演示文稿</vt:lpstr>
      <vt:lpstr>PowerPoint 演示文稿</vt:lpstr>
      <vt:lpstr>PowerPoint 演示文稿</vt:lpstr>
      <vt:lpstr>作品呈现</vt:lpstr>
      <vt:lpstr>PowerPoint 演示文稿</vt:lpstr>
      <vt:lpstr>PowerPoint 演示文稿</vt:lpstr>
      <vt:lpstr>心得体会</vt:lpstr>
      <vt:lpstr>PowerPoint 演示文稿</vt:lpstr>
      <vt:lpstr>PowerPoint 演示文稿</vt:lpstr>
      <vt:lpstr>我与我周旋久，宁作我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我与我周旋久</dc:title>
  <dc:creator>hui ming</dc:creator>
  <cp:lastModifiedBy>WPS_1753026041</cp:lastModifiedBy>
  <cp:revision>5</cp:revision>
  <dcterms:created xsi:type="dcterms:W3CDTF">2026-09-04T08:13:00Z</dcterms:created>
  <dcterms:modified xsi:type="dcterms:W3CDTF">2026-09-05T02:59:22Z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A4BD691CD96A97DCF4669A6A5F651F42_41</vt:lpwstr>
  </property>
  <property fmtid="{D5CDD505-2E9C-101B-9397-08002B2CF9AE}" pid="3" name="KSOProductBuildVer">
    <vt:lpwstr>2052-12.1.0.28043</vt:lpwstr>
  </property>
  <property fmtid="{D5CDD505-2E9C-101B-9397-08002B2CF9AE}" pid="4" name="KSOTemplateUUID">
    <vt:lpwstr>v1.0_ai_69796635185</vt:lpwstr>
  </property>
  <property fmtid="{D5CDD505-2E9C-101B-9397-08002B2CF9AE}" pid="5" name="intentionCode">
    <vt:lpwstr>wps_wpp_generate_changetemplate</vt:lpwstr>
  </property>
  <property fmtid="{D5CDD505-2E9C-101B-9397-08002B2CF9AE}" pid="6" name="KSOAIPPTCode">
    <vt:lpwstr>LlvzuvFbd81g2Q2Il3X1G0Ol6h5SR20+u+FYDtXY3RRYe0BrJYCA+2P5aNWkLXKThiud/EW+hklCfXdMCKI8mEkCMds/s1TsTZmiEwN5dTJuC4F0F06vD1c52cWEzZ5q3BPJsPDdFY8Y7SZEI7nGX29VKhuuZ8niCtbB/gYDeQBLsGvZWbMEYmo2vPuIulatWKi+csB1OMrEus1OoHmL3SMdJGQko4DHL7TEkzWqj0/j+0/Ws/hdmOQoSKrtlAHuCXRyzpCbKx9W7EjXYF5KEjQwhy6Ia+6Rl1CDXP9oVvk0WJu2toq71Ch5yyfHWy3tVaZ+5nEGfcC9K+CIKgr0zA==</vt:lpwstr>
  </property>
</Properties>
</file>